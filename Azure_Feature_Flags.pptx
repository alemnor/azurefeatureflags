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1" r:id="rId2"/>
    <p:sldId id="2563" r:id="rId3"/>
    <p:sldId id="2565" r:id="rId4"/>
    <p:sldId id="2566" r:id="rId5"/>
    <p:sldId id="2567" r:id="rId6"/>
    <p:sldId id="2569" r:id="rId7"/>
    <p:sldId id="2571" r:id="rId8"/>
    <p:sldId id="2573" r:id="rId9"/>
    <p:sldId id="2574" r:id="rId10"/>
    <p:sldId id="2575" r:id="rId11"/>
    <p:sldId id="2576" r:id="rId12"/>
    <p:sldId id="2577" r:id="rId13"/>
    <p:sldId id="2579"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zure Feature Flags Presentation" id="{9182ABF1-8B32-473F-BFC7-A6A08A2D9988}">
          <p14:sldIdLst>
            <p14:sldId id="2561"/>
          </p14:sldIdLst>
        </p14:section>
        <p14:section name="Introduction to Azure Feature Flags" id="{DD872D2C-17BC-4BFD-A9B3-142514AB5DC0}">
          <p14:sldIdLst>
            <p14:sldId id="2563"/>
          </p14:sldIdLst>
        </p14:section>
        <p14:section name="Learning Objectives" id="{86D3A9B2-D478-451B-877F-CEA6BAE90161}">
          <p14:sldIdLst>
            <p14:sldId id="2565"/>
          </p14:sldIdLst>
        </p14:section>
        <p14:section name="Feature Flag Concepts" id="{24CDAF5C-966D-4CC2-94B8-2DE6F094A88A}">
          <p14:sldIdLst>
            <p14:sldId id="2566"/>
            <p14:sldId id="2567"/>
          </p14:sldIdLst>
        </p14:section>
        <p14:section name="Azure Architecture" id="{979BE1C9-F835-4A51-803E-C789622321EB}">
          <p14:sldIdLst>
            <p14:sldId id="2569"/>
          </p14:sldIdLst>
        </p14:section>
        <p14:section name="Feature Flag Patterns" id="{9472D3C9-4233-4799-AED6-B0F9EA06D0EB}">
          <p14:sldIdLst>
            <p14:sldId id="2571"/>
          </p14:sldIdLst>
        </p14:section>
        <p14:section name=".NET Integration" id="{FF97CC0C-CAAB-4286-A9A8-001969240584}">
          <p14:sldIdLst>
            <p14:sldId id="2573"/>
          </p14:sldIdLst>
        </p14:section>
        <p14:section name="Best Practices" id="{F7003411-2529-4378-9625-B2FDBB31A741}">
          <p14:sldIdLst>
            <p14:sldId id="2574"/>
            <p14:sldId id="2575"/>
          </p14:sldIdLst>
        </p14:section>
        <p14:section name="Demo and Practical Application" id="{3D9378D7-078E-4F33-9AEE-B81972C6E0DB}">
          <p14:sldIdLst>
            <p14:sldId id="2576"/>
            <p14:sldId id="2577"/>
          </p14:sldIdLst>
        </p14:section>
        <p14:section name="Summary" id="{623B46DE-7856-4044-85FB-FB92C1DC3ED3}">
          <p14:sldIdLst>
            <p14:sldId id="25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9" d="100"/>
          <a:sy n="99" d="100"/>
        </p:scale>
        <p:origin x="144"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rry Loynd (Apex Systems  LLC)" userId="a068ea70-e7f2-44bc-9bff-0dbae87f21a9" providerId="ADAL" clId="{A34085DD-7070-49D6-9315-DA73EF6ECC6D}"/>
    <pc:docChg chg="delSld modSection">
      <pc:chgData name="Kerry Loynd (Apex Systems  LLC)" userId="a068ea70-e7f2-44bc-9bff-0dbae87f21a9" providerId="ADAL" clId="{A34085DD-7070-49D6-9315-DA73EF6ECC6D}" dt="2026-06-16T21:33:54.179" v="5" actId="47"/>
      <pc:docMkLst>
        <pc:docMk/>
      </pc:docMkLst>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B2962C-D12B-46C6-8E72-DC3A507A54E4}" type="datetimeFigureOut">
              <a:t>6/18/2026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DBFCE7-8A0B-45A2-8D73-6515738C8CEB}" type="slidenum">
              <a:t>‹#›</a:t>
            </a:fld>
            <a:endParaRPr lang="en-US"/>
          </a:p>
        </p:txBody>
      </p:sp>
    </p:spTree>
    <p:extLst>
      <p:ext uri="{BB962C8B-B14F-4D97-AF65-F5344CB8AC3E}">
        <p14:creationId xmlns:p14="http://schemas.microsoft.com/office/powerpoint/2010/main" val="25272986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2D7D2824-C7AF-471C-88B5-61AC9D66090D}" type="slidenum">
              <a:t>1</a:t>
            </a:fld>
            <a:endParaRPr lang="en-US"/>
          </a:p>
        </p:txBody>
      </p:sp>
    </p:spTree>
    <p:extLst>
      <p:ext uri="{BB962C8B-B14F-4D97-AF65-F5344CB8AC3E}">
        <p14:creationId xmlns:p14="http://schemas.microsoft.com/office/powerpoint/2010/main" val="31801388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Azure Feature Flags are an essential capability for modern application development, enabling developers and teams to control application behavior dynamically without requiring code redeployment. At a high level, feature flags act as runtime switches that determine whether a specific feature or functionality is enabled or disabled for users. This decouples the deployment process from feature release, which is a critical concept in DevOps and continuous delivery practices. Instead of bundling new features with releases and exposing them all at once, teams can deploy code safely and then selectively enable features in production when ready. This enables several operational advantages such as minimizing risk, enabling safe rollouts, and supporting experimentation. Azure provides this functionality through Azure App Configuration, which acts as a centralized service to store and manage feature flags across applications and environments. Developers can integrate feature management libraries in .NET applications to evaluate flags at runtime based on conditions such as user identity, percentage rollouts, or time windows. By using feature flags, organizations can achieve progressive delivery, allowing them to validate features incrementally, measure impact through telemetry, and immediately disable features if issues arise. This approach improves system stability, enhances user experience, and supports agile development practices. Overall, Azure Feature Flags represent a strategic tool for modern cloud-native application design and enable organizations to release faster, operate safer, and innovate continuously in dynamic production environments.</a:t>
            </a:r>
          </a:p>
        </p:txBody>
      </p:sp>
      <p:sp>
        <p:nvSpPr>
          <p:cNvPr id="4" name="Slide Number Placeholder 3"/>
          <p:cNvSpPr>
            <a:spLocks noGrp="1"/>
          </p:cNvSpPr>
          <p:nvPr>
            <p:ph type="sldNum" sz="quarter" idx="5"/>
          </p:nvPr>
        </p:nvSpPr>
        <p:spPr/>
        <p:txBody>
          <a:bodyPr/>
          <a:lstStyle/>
          <a:p>
            <a:fld id="{2D7D2824-C7AF-471C-88B5-61AC9D66090D}" type="slidenum">
              <a:t>2</a:t>
            </a:fld>
            <a:endParaRPr lang="en-US"/>
          </a:p>
        </p:txBody>
      </p:sp>
    </p:spTree>
    <p:extLst>
      <p:ext uri="{BB962C8B-B14F-4D97-AF65-F5344CB8AC3E}">
        <p14:creationId xmlns:p14="http://schemas.microsoft.com/office/powerpoint/2010/main" val="27290606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primary objective of this session is to equip participants with a comprehensive understanding of Azure Feature Flags and their role in modern software development. Participants will learn how feature flags function conceptually as runtime switches that allow developers to toggle features on or off without code changes or redeployments. A key goal is to familiarize attendees with Azure App Configuration, which provides a centralized platform for managing configuration settings and feature flags across distributed systems. Additionally, the session aims to guide developers through practical implementation in .NET environments, demonstrating how to integrate feature management libraries, configure services, and evaluate feature flags within application logic. Beyond implementation, the session emphasizes understanding common feature flag patterns such as release toggles, kill switches, canary deployments, targeted rollouts, and experimentation with A/B testing. Another important objective is to highlight best practices, including keeping flags short-lived, minimizing complexity, ensuring proper governance, and integrating telemetry to measure feature impact. By the end of the session, attendees should be able to design, implement, and operate feature flags effectively within their own applications. They will also gain insights into avoiding common pitfalls such as excessive flag usage, lack of monitoring, and technical debt associated with long-lived flags. Overall, these objectives ensure that participants leave with both conceptual knowledge and practical skills required to use feature flags confidently in real-world production systems.</a:t>
            </a:r>
          </a:p>
        </p:txBody>
      </p:sp>
      <p:sp>
        <p:nvSpPr>
          <p:cNvPr id="4" name="Slide Number Placeholder 3"/>
          <p:cNvSpPr>
            <a:spLocks noGrp="1"/>
          </p:cNvSpPr>
          <p:nvPr>
            <p:ph type="sldNum" sz="quarter" idx="5"/>
          </p:nvPr>
        </p:nvSpPr>
        <p:spPr/>
        <p:txBody>
          <a:bodyPr/>
          <a:lstStyle/>
          <a:p>
            <a:fld id="{2D7D2824-C7AF-471C-88B5-61AC9D66090D}" type="slidenum">
              <a:t>3</a:t>
            </a:fld>
            <a:endParaRPr lang="en-US"/>
          </a:p>
        </p:txBody>
      </p:sp>
    </p:spTree>
    <p:extLst>
      <p:ext uri="{BB962C8B-B14F-4D97-AF65-F5344CB8AC3E}">
        <p14:creationId xmlns:p14="http://schemas.microsoft.com/office/powerpoint/2010/main" val="14200056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Core Concepts and Benefits</a:t>
            </a:r>
          </a:p>
        </p:txBody>
      </p:sp>
      <p:sp>
        <p:nvSpPr>
          <p:cNvPr id="4" name="Slide Number Placeholder 3"/>
          <p:cNvSpPr>
            <a:spLocks noGrp="1"/>
          </p:cNvSpPr>
          <p:nvPr>
            <p:ph type="sldNum" sz="quarter" idx="5"/>
          </p:nvPr>
        </p:nvSpPr>
        <p:spPr/>
        <p:txBody>
          <a:bodyPr/>
          <a:lstStyle/>
          <a:p>
            <a:fld id="{2D7D2824-C7AF-471C-88B5-61AC9D66090D}" type="slidenum">
              <a:t>4</a:t>
            </a:fld>
            <a:endParaRPr lang="en-US"/>
          </a:p>
        </p:txBody>
      </p:sp>
    </p:spTree>
    <p:extLst>
      <p:ext uri="{BB962C8B-B14F-4D97-AF65-F5344CB8AC3E}">
        <p14:creationId xmlns:p14="http://schemas.microsoft.com/office/powerpoint/2010/main" val="3146622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Feature flags introduce a paradigm shift in how applications are built and released by separating the deployment of code from the release of functionality. This means that developers can deploy code to production safely, knowing that incomplete or risky features are hidden behind flags. These flags can then be enabled gradually or instantly based on business or operational needs. One of the most significant benefits of this approach is risk reduction, as it allows teams to expose features incrementally to a subset of users rather than all users at once. Another key benefit is the ability to perform dark launches, where new features are deployed but not visible to end users until explicitly enabled. Feature flags also enable rapid rollback, often referred to as a kill switch, which allows teams to disable problematic features immediately without requiring a new deployment. Additionally, feature flags support experimentation through A/B testing and multivariate testing, enabling organizations to compare different user experiences and make data-driven decisions. From an engineering perspective, feature flags allow for improved collaboration between development, operations, and business stakeholders, as feature exposure can be controlled independently. However, it is important to manage feature flags carefully to avoid complexity and technical debt. Proper lifecycle management, documentation, and monitoring are essential to ensure that feature flags continue to provide value without introducing unintended side effects in the application architecture.</a:t>
            </a:r>
          </a:p>
        </p:txBody>
      </p:sp>
      <p:sp>
        <p:nvSpPr>
          <p:cNvPr id="4" name="Slide Number Placeholder 3"/>
          <p:cNvSpPr>
            <a:spLocks noGrp="1"/>
          </p:cNvSpPr>
          <p:nvPr>
            <p:ph type="sldNum" sz="quarter" idx="5"/>
          </p:nvPr>
        </p:nvSpPr>
        <p:spPr/>
        <p:txBody>
          <a:bodyPr/>
          <a:lstStyle/>
          <a:p>
            <a:fld id="{2D7D2824-C7AF-471C-88B5-61AC9D66090D}" type="slidenum">
              <a:t>5</a:t>
            </a:fld>
            <a:endParaRPr lang="en-US"/>
          </a:p>
        </p:txBody>
      </p:sp>
    </p:spTree>
    <p:extLst>
      <p:ext uri="{BB962C8B-B14F-4D97-AF65-F5344CB8AC3E}">
        <p14:creationId xmlns:p14="http://schemas.microsoft.com/office/powerpoint/2010/main" val="7504195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Azure Feature Flags are implemented through Azure App Configuration, which serves as a centralized repository for configuration settings and feature management. In a typical architecture, an application connects to Azure App Configuration at startup or runtime using a secure authentication mechanism such as managed identity. The application loads configuration data, including feature flags, and uses the Feature Management library to evaluate these flags dynamically during execution. The architecture consists of several key components, including the application itself, Azure App Configuration as the configuration store, the Feature Manager library that handles evaluation logic, and the runtime environment where decisions are applied. This architecture allows feature flags to be updated dynamically without restarting the application, enabling near real-time control over feature availability. Developers can configure refresh intervals to ensure that the application periodically checks for updates in the configuration store. This ensures that changes made in the Azure Portal or through APIs are reflected in application behavior quickly. Additionally, Azure provides integration with other services such as Azure Key Vault for secure handling of secrets and Application Insights for telemetry. This architecture supports scalability and consistency across distributed systems, allowing multiple services to reference the same feature flags and maintain synchronized behavior. Overall, Azure App Configuration simplifies the operational complexity of managing feature flags and provides a robust platform for implementing progressive delivery strategies across cloud-native applications.</a:t>
            </a:r>
          </a:p>
        </p:txBody>
      </p:sp>
      <p:sp>
        <p:nvSpPr>
          <p:cNvPr id="4" name="Slide Number Placeholder 3"/>
          <p:cNvSpPr>
            <a:spLocks noGrp="1"/>
          </p:cNvSpPr>
          <p:nvPr>
            <p:ph type="sldNum" sz="quarter" idx="5"/>
          </p:nvPr>
        </p:nvSpPr>
        <p:spPr/>
        <p:txBody>
          <a:bodyPr/>
          <a:lstStyle/>
          <a:p>
            <a:fld id="{2D7D2824-C7AF-471C-88B5-61AC9D66090D}" type="slidenum">
              <a:t>6</a:t>
            </a:fld>
            <a:endParaRPr lang="en-US"/>
          </a:p>
        </p:txBody>
      </p:sp>
    </p:spTree>
    <p:extLst>
      <p:ext uri="{BB962C8B-B14F-4D97-AF65-F5344CB8AC3E}">
        <p14:creationId xmlns:p14="http://schemas.microsoft.com/office/powerpoint/2010/main" val="16789318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Feature flag patterns define how feature flags are used to control application behavior in real-world scenarios. One of the most common patterns is the release toggle, which allows developers to hide incomplete features until they are ready for public use. Another important pattern is the kill switch, which enables teams to quickly disable a feature in production if it causes issues such as performance degradation or errors. Canary or gradual rollout patterns allow features to be enabled for a small percentage of users initially and then gradually expanded as confidence increases. This helps reduce the risk associated with introducing new functionality. Targeted rollouts allow features to be enabled for specific users or groups, which is particularly useful for beta testing or internal validation. Experimentation patterns such as A/B testing allow teams to deliver different experiences to different user groups and collect data on usage and performance to determine the best outcome. These patterns enable product teams to innovate quickly while maintaining control over risk and user experience. Implementing these patterns effectively requires proper planning, monitoring, and governance to ensure that flags are used consistently and retired when no longer needed. By leveraging these patterns, organizations can achieve more flexible and controlled software delivery processes that align with modern DevOps practices.</a:t>
            </a:r>
          </a:p>
        </p:txBody>
      </p:sp>
      <p:sp>
        <p:nvSpPr>
          <p:cNvPr id="4" name="Slide Number Placeholder 3"/>
          <p:cNvSpPr>
            <a:spLocks noGrp="1"/>
          </p:cNvSpPr>
          <p:nvPr>
            <p:ph type="sldNum" sz="quarter" idx="5"/>
          </p:nvPr>
        </p:nvSpPr>
        <p:spPr/>
        <p:txBody>
          <a:bodyPr/>
          <a:lstStyle/>
          <a:p>
            <a:fld id="{2D7D2824-C7AF-471C-88B5-61AC9D66090D}" type="slidenum">
              <a:t>7</a:t>
            </a:fld>
            <a:endParaRPr lang="en-US"/>
          </a:p>
        </p:txBody>
      </p:sp>
    </p:spTree>
    <p:extLst>
      <p:ext uri="{BB962C8B-B14F-4D97-AF65-F5344CB8AC3E}">
        <p14:creationId xmlns:p14="http://schemas.microsoft.com/office/powerpoint/2010/main" val="26506771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Integrating Azure Feature Flags into a .NET application involves several steps that leverage Azure App Configuration and the Microsoft Feature Management libraries. Developers begin by installing NuGet packages such as Microsoft.Azure.AppConfiguration.AspNetCore and Microsoft.FeatureManagement.AspNetCore, which provide the necessary functionality to connect to Azure App Configuration and evaluate feature flags. In the application startup configuration, developers add Azure App Configuration as a configuration source and enable feature flags by calling the UseFeatureFlags method. This allows the application to retrieve feature flag values dynamically at runtime. The Feature Management library provides an interface called IFeatureManager, which can be injected into services or controllers using dependency injection. Developers can use methods such as IsEnabledAsync to check whether a feature flag is enabled and conditionally execute logic based on the result. This enables dynamic behavior within the application without requiring redeployment. Additionally, developers can configure feature filters such as percentage-based rollouts, user targeting, and time-based activation to create more sophisticated feature management scenarios. Proper integration also involves configuring refresh intervals to ensure that the application stays synchronized with the latest configuration changes. Overall, implementing feature flags in .NET is straightforward and provides powerful capabilities for building flexible, resilient, and dynamically controlled applications.</a:t>
            </a:r>
          </a:p>
        </p:txBody>
      </p:sp>
      <p:sp>
        <p:nvSpPr>
          <p:cNvPr id="4" name="Slide Number Placeholder 3"/>
          <p:cNvSpPr>
            <a:spLocks noGrp="1"/>
          </p:cNvSpPr>
          <p:nvPr>
            <p:ph type="sldNum" sz="quarter" idx="5"/>
          </p:nvPr>
        </p:nvSpPr>
        <p:spPr/>
        <p:txBody>
          <a:bodyPr/>
          <a:lstStyle/>
          <a:p>
            <a:fld id="{2D7D2824-C7AF-471C-88B5-61AC9D66090D}" type="slidenum">
              <a:t>8</a:t>
            </a:fld>
            <a:endParaRPr lang="en-US"/>
          </a:p>
        </p:txBody>
      </p:sp>
    </p:spTree>
    <p:extLst>
      <p:ext uri="{BB962C8B-B14F-4D97-AF65-F5344CB8AC3E}">
        <p14:creationId xmlns:p14="http://schemas.microsoft.com/office/powerpoint/2010/main" val="9302301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Design and Operational Guidance</a:t>
            </a:r>
          </a:p>
        </p:txBody>
      </p:sp>
      <p:sp>
        <p:nvSpPr>
          <p:cNvPr id="4" name="Slide Number Placeholder 3"/>
          <p:cNvSpPr>
            <a:spLocks noGrp="1"/>
          </p:cNvSpPr>
          <p:nvPr>
            <p:ph type="sldNum" sz="quarter" idx="5"/>
          </p:nvPr>
        </p:nvSpPr>
        <p:spPr/>
        <p:txBody>
          <a:bodyPr/>
          <a:lstStyle/>
          <a:p>
            <a:fld id="{2D7D2824-C7AF-471C-88B5-61AC9D66090D}" type="slidenum">
              <a:t>9</a:t>
            </a:fld>
            <a:endParaRPr lang="en-US"/>
          </a:p>
        </p:txBody>
      </p:sp>
    </p:spTree>
    <p:extLst>
      <p:ext uri="{BB962C8B-B14F-4D97-AF65-F5344CB8AC3E}">
        <p14:creationId xmlns:p14="http://schemas.microsoft.com/office/powerpoint/2010/main" val="5027216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Adopting feature flags successfully requires following best practices to ensure maintainability, reliability, and effectiveness. One of the most important practices is to create one flag per feature, which helps maintain clarity and reduces complexity in the codebase. Feature flags should be short-lived, meaning they should be removed once the feature is fully rolled out and no longer needs conditional logic. Keeping flags in the system for too long can lead to technical debt and complicate future development efforts. Another best practice is to start with feature flags disabled in production and enable them gradually using controlled rollout strategies such as canary deployments or targeted releases. This minimizes risk and allows teams to monitor behavior before full release. Integrating telemetry with feature flags is also critical, as it enables teams to measure feature performance, user engagement, and potential issues. Monitoring tools such as Azure Application Insights can be used to track metrics and provide insights into feature usage. Additionally, proper documentation and governance are essential to keep track of feature flags, their purpose, and their lifecycle status. Teams should also establish processes for reviewing and cleaning up unused flags. By following these best practices, organizations can maximize the benefits of feature flags while minimizing risks associated with increased complexity and operational overhead.</a:t>
            </a:r>
          </a:p>
        </p:txBody>
      </p:sp>
      <p:sp>
        <p:nvSpPr>
          <p:cNvPr id="4" name="Slide Number Placeholder 3"/>
          <p:cNvSpPr>
            <a:spLocks noGrp="1"/>
          </p:cNvSpPr>
          <p:nvPr>
            <p:ph type="sldNum" sz="quarter" idx="5"/>
          </p:nvPr>
        </p:nvSpPr>
        <p:spPr/>
        <p:txBody>
          <a:bodyPr/>
          <a:lstStyle/>
          <a:p>
            <a:fld id="{2D7D2824-C7AF-471C-88B5-61AC9D66090D}" type="slidenum">
              <a:t>10</a:t>
            </a:fld>
            <a:endParaRPr lang="en-US"/>
          </a:p>
        </p:txBody>
      </p:sp>
    </p:spTree>
    <p:extLst>
      <p:ext uri="{BB962C8B-B14F-4D97-AF65-F5344CB8AC3E}">
        <p14:creationId xmlns:p14="http://schemas.microsoft.com/office/powerpoint/2010/main" val="42543892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Live Demonstration Workflow</a:t>
            </a:r>
          </a:p>
        </p:txBody>
      </p:sp>
      <p:sp>
        <p:nvSpPr>
          <p:cNvPr id="4" name="Slide Number Placeholder 3"/>
          <p:cNvSpPr>
            <a:spLocks noGrp="1"/>
          </p:cNvSpPr>
          <p:nvPr>
            <p:ph type="sldNum" sz="quarter" idx="5"/>
          </p:nvPr>
        </p:nvSpPr>
        <p:spPr/>
        <p:txBody>
          <a:bodyPr/>
          <a:lstStyle/>
          <a:p>
            <a:fld id="{2D7D2824-C7AF-471C-88B5-61AC9D66090D}" type="slidenum">
              <a:t>11</a:t>
            </a:fld>
            <a:endParaRPr lang="en-US"/>
          </a:p>
        </p:txBody>
      </p:sp>
    </p:spTree>
    <p:extLst>
      <p:ext uri="{BB962C8B-B14F-4D97-AF65-F5344CB8AC3E}">
        <p14:creationId xmlns:p14="http://schemas.microsoft.com/office/powerpoint/2010/main" val="12432171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 live demonstration is one of the most effective ways to showcase the power and simplicity of Azure Feature Flags. The demo typically begins by running an application with a feature disabled, demonstrating the baseline behavior that users experience. Next, the presenter navigates to the Azure Portal and opens Azure App Configuration, specifically the Feature Manager section where feature flags are managed. The presenter then toggles a feature flag from disabled to enabled. Without restarting or redeploying the application, the presenter refreshes the application interface to demonstrate how the behavior changes dynamically. This highlights the real-time control that feature flags provide. The demo may also include scenarios such as gradual rollout, where the feature is enabled for a percentage of users, or a simulated rollback using a kill switch to disable a feature quickly. These scenarios illustrate how feature flags can be used to manage risk and control feature exposure in production environments. Additionally, the presenter may demonstrate how telemetry data is captured when features are used, providing insights into feature performance and user behavior. Overall, the demo reinforces the concepts discussed in the presentation by showing practical, real-world usage of feature flags in a working application.</a:t>
            </a:r>
          </a:p>
        </p:txBody>
      </p:sp>
      <p:sp>
        <p:nvSpPr>
          <p:cNvPr id="4" name="Slide Number Placeholder 3"/>
          <p:cNvSpPr>
            <a:spLocks noGrp="1"/>
          </p:cNvSpPr>
          <p:nvPr>
            <p:ph type="sldNum" sz="quarter" idx="5"/>
          </p:nvPr>
        </p:nvSpPr>
        <p:spPr/>
        <p:txBody>
          <a:bodyPr/>
          <a:lstStyle/>
          <a:p>
            <a:fld id="{2D7D2824-C7AF-471C-88B5-61AC9D66090D}" type="slidenum">
              <a:t>12</a:t>
            </a:fld>
            <a:endParaRPr lang="en-US"/>
          </a:p>
        </p:txBody>
      </p:sp>
    </p:spTree>
    <p:extLst>
      <p:ext uri="{BB962C8B-B14F-4D97-AF65-F5344CB8AC3E}">
        <p14:creationId xmlns:p14="http://schemas.microsoft.com/office/powerpoint/2010/main" val="26116310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In summary, Azure Feature Flags provide a powerful mechanism for controlling application behavior dynamically and safely in modern cloud environments. They enable organizations to decouple deployment from release, allowing teams to deploy code confidently and control feature exposure independently. By using Azure App Configuration, developers gain access to a centralized platform for managing both configuration settings and feature flags, ensuring consistency across multiple services and environments. Feature flags support a variety of patterns including release toggles, kill switches, canary deployments, targeted rollouts, and experimentation, all of which contribute to improved software delivery practices. Integration with .NET applications is straightforward and enables developers to evaluate feature flags at runtime using built-in libraries. Additionally, best practices such as keeping flags short-lived, monitoring feature usage with telemetry, and maintaining proper governance are critical to long-term success. The ability to toggle features in real time, conduct experiments, and respond quickly to issues makes feature flags an essential tool for achieving agility and resilience in modern application development. Ultimately, Azure Feature Flags empower teams to innovate faster, reduce risk, and deliver better user experiences through controlled and data-driven feature releases.</a:t>
            </a:r>
          </a:p>
        </p:txBody>
      </p:sp>
      <p:sp>
        <p:nvSpPr>
          <p:cNvPr id="4" name="Slide Number Placeholder 3"/>
          <p:cNvSpPr>
            <a:spLocks noGrp="1"/>
          </p:cNvSpPr>
          <p:nvPr>
            <p:ph type="sldNum" sz="quarter" idx="5"/>
          </p:nvPr>
        </p:nvSpPr>
        <p:spPr/>
        <p:txBody>
          <a:bodyPr/>
          <a:lstStyle/>
          <a:p>
            <a:fld id="{2D7D2824-C7AF-471C-88B5-61AC9D66090D}" type="slidenum">
              <a:t>13</a:t>
            </a:fld>
            <a:endParaRPr lang="en-US"/>
          </a:p>
        </p:txBody>
      </p:sp>
    </p:spTree>
    <p:extLst>
      <p:ext uri="{BB962C8B-B14F-4D97-AF65-F5344CB8AC3E}">
        <p14:creationId xmlns:p14="http://schemas.microsoft.com/office/powerpoint/2010/main" val="353204163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2A180A8E-4668-486A-95D0-DBD6BDD7C43F}"/>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3" name="Straight Connector 12">
            <a:extLst>
              <a:ext uri="{FF2B5EF4-FFF2-40B4-BE49-F238E27FC236}">
                <a16:creationId xmlns:a16="http://schemas.microsoft.com/office/drawing/2014/main" id="{1CBB8E81-5147-5506-5F4B-DBC0E7AF26E1}"/>
              </a:ext>
              <a:ext uri="{C183D7F6-B498-43B3-948B-1728B52AA6E4}">
                <adec:decorative xmlns:adec="http://schemas.microsoft.com/office/drawing/2017/decorative" val="1"/>
              </a:ext>
            </a:extLst>
          </p:cNvPr>
          <p:cNvCxnSpPr>
            <a:cxnSpLocks/>
          </p:cNvCxnSpPr>
          <p:nvPr/>
        </p:nvCxnSpPr>
        <p:spPr>
          <a:xfrm>
            <a:off x="11506200" y="637890"/>
            <a:ext cx="0" cy="557241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34852B95-CFB8-EEBE-3973-7363B361118A}"/>
              </a:ext>
              <a:ext uri="{C183D7F6-B498-43B3-948B-1728B52AA6E4}">
                <adec:decorative xmlns:adec="http://schemas.microsoft.com/office/drawing/2017/decorative" val="1"/>
              </a:ext>
            </a:extLst>
          </p:cNvPr>
          <p:cNvCxnSpPr>
            <a:cxnSpLocks/>
          </p:cNvCxnSpPr>
          <p:nvPr/>
        </p:nvCxnSpPr>
        <p:spPr>
          <a:xfrm>
            <a:off x="696332" y="768924"/>
            <a:ext cx="0" cy="4800600"/>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10" name="Picture Placeholder 9">
            <a:extLst>
              <a:ext uri="{FF2B5EF4-FFF2-40B4-BE49-F238E27FC236}">
                <a16:creationId xmlns:a16="http://schemas.microsoft.com/office/drawing/2014/main" id="{F1A205B3-F30A-B2B0-2AFF-593443D32773}"/>
              </a:ext>
              <a:ext uri="{C183D7F6-B498-43B3-948B-1728B52AA6E4}">
                <adec:decorative xmlns:adec="http://schemas.microsoft.com/office/drawing/2017/decorative" val="0"/>
              </a:ext>
            </a:extLst>
          </p:cNvPr>
          <p:cNvSpPr>
            <a:spLocks noGrp="1"/>
          </p:cNvSpPr>
          <p:nvPr>
            <p:ph type="pic" sz="quarter" idx="14" hasCustomPrompt="1"/>
          </p:nvPr>
        </p:nvSpPr>
        <p:spPr>
          <a:xfrm>
            <a:off x="5503863" y="1354138"/>
            <a:ext cx="5322887" cy="4481512"/>
          </a:xfrm>
          <a:blipFill>
            <a:blip r:embed="rId2">
              <a:alphaModFix amt="70000"/>
            </a:blip>
            <a:stretch>
              <a:fillRect/>
            </a:stretch>
          </a:blipFill>
        </p:spPr>
        <p:txBody>
          <a:bodyPr/>
          <a:lstStyle>
            <a:lvl1pPr marL="0" indent="0">
              <a:buNone/>
              <a:defRPr/>
            </a:lvl1pPr>
          </a:lstStyle>
          <a:p>
            <a:r>
              <a:rPr lang="en-US"/>
              <a:t> </a:t>
            </a:r>
          </a:p>
        </p:txBody>
      </p:sp>
      <p:sp>
        <p:nvSpPr>
          <p:cNvPr id="2" name="Title 1">
            <a:extLst>
              <a:ext uri="{FF2B5EF4-FFF2-40B4-BE49-F238E27FC236}">
                <a16:creationId xmlns:a16="http://schemas.microsoft.com/office/drawing/2014/main" id="{DE07B916-0B90-35E7-AFFD-50AAA1ED4584}"/>
              </a:ext>
            </a:extLst>
          </p:cNvPr>
          <p:cNvSpPr>
            <a:spLocks noGrp="1"/>
          </p:cNvSpPr>
          <p:nvPr>
            <p:ph type="ctrTitle"/>
          </p:nvPr>
        </p:nvSpPr>
        <p:spPr>
          <a:xfrm>
            <a:off x="914400" y="831992"/>
            <a:ext cx="5897880" cy="4258956"/>
          </a:xfrm>
          <a:solidFill>
            <a:schemeClr val="bg2"/>
          </a:solidFill>
        </p:spPr>
        <p:txBody>
          <a:bodyPr lIns="182880" rIns="228600" bIns="91440" anchor="b">
            <a:normAutofit/>
          </a:bodyPr>
          <a:lstStyle>
            <a:lvl1pPr algn="r">
              <a:lnSpc>
                <a:spcPct val="80000"/>
              </a:lnSpc>
              <a:defRPr sz="7200">
                <a:solidFill>
                  <a:schemeClr val="accent1"/>
                </a:solidFill>
              </a:defRPr>
            </a:lvl1pPr>
          </a:lstStyle>
          <a:p>
            <a:r>
              <a:rPr lang="en-US"/>
              <a:t>Click to edit Master title style</a:t>
            </a:r>
          </a:p>
        </p:txBody>
      </p:sp>
      <p:sp>
        <p:nvSpPr>
          <p:cNvPr id="3" name="Subtitle 2">
            <a:extLst>
              <a:ext uri="{FF2B5EF4-FFF2-40B4-BE49-F238E27FC236}">
                <a16:creationId xmlns:a16="http://schemas.microsoft.com/office/drawing/2014/main" id="{926AEA00-2D64-E177-C13E-F879B49AC353}"/>
              </a:ext>
            </a:extLst>
          </p:cNvPr>
          <p:cNvSpPr>
            <a:spLocks noGrp="1"/>
          </p:cNvSpPr>
          <p:nvPr>
            <p:ph type="subTitle" idx="1"/>
          </p:nvPr>
        </p:nvSpPr>
        <p:spPr>
          <a:xfrm>
            <a:off x="605431" y="5372809"/>
            <a:ext cx="2364946" cy="909119"/>
          </a:xfrm>
          <a:solidFill>
            <a:schemeClr val="bg2"/>
          </a:solidFill>
        </p:spPr>
        <p:txBody>
          <a:bodyPr vert="horz" lIns="91440" tIns="45720" rIns="91440" bIns="45720" rtlCol="0" anchor="b">
            <a:normAutofit/>
          </a:bodyPr>
          <a:lstStyle>
            <a:lvl1pPr marL="0" indent="0">
              <a:lnSpc>
                <a:spcPct val="100000"/>
              </a:lnSpc>
              <a:buNone/>
              <a:defRPr lang="en-US" sz="1600" cap="all" baseline="0" dirty="0">
                <a:solidFill>
                  <a:schemeClr val="accent3">
                    <a:lumMod val="75000"/>
                  </a:schemeClr>
                </a:solidFill>
                <a:latin typeface="+mj-lt"/>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4098519F-6576-5C5F-82CA-E9D93EB8AD91}"/>
              </a:ext>
            </a:extLst>
          </p:cNvPr>
          <p:cNvSpPr>
            <a:spLocks noGrp="1"/>
          </p:cNvSpPr>
          <p:nvPr>
            <p:ph type="ftr" sz="quarter" idx="11"/>
          </p:nvPr>
        </p:nvSpPr>
        <p:spPr>
          <a:xfrm>
            <a:off x="9547529" y="612251"/>
            <a:ext cx="2070397" cy="518965"/>
          </a:xfrm>
          <a:solidFill>
            <a:schemeClr val="bg2"/>
          </a:solidFill>
        </p:spPr>
        <p:txBody>
          <a:bodyPr anchor="t"/>
          <a:lstStyle>
            <a:lvl1pPr algn="r">
              <a:defRPr sz="1050"/>
            </a:lvl1pPr>
          </a:lstStyle>
          <a:p>
            <a:r>
              <a:rPr lang="en-US"/>
              <a:t>Sample Footer Text</a:t>
            </a:r>
          </a:p>
        </p:txBody>
      </p:sp>
      <p:sp>
        <p:nvSpPr>
          <p:cNvPr id="4" name="Date Placeholder 3">
            <a:extLst>
              <a:ext uri="{FF2B5EF4-FFF2-40B4-BE49-F238E27FC236}">
                <a16:creationId xmlns:a16="http://schemas.microsoft.com/office/drawing/2014/main" id="{F8C94BB4-778E-86AE-EEFF-88EE621D2809}"/>
              </a:ext>
            </a:extLst>
          </p:cNvPr>
          <p:cNvSpPr>
            <a:spLocks noGrp="1"/>
          </p:cNvSpPr>
          <p:nvPr>
            <p:ph type="dt" sz="half" idx="10"/>
          </p:nvPr>
        </p:nvSpPr>
        <p:spPr>
          <a:xfrm rot="5400000">
            <a:off x="10897326" y="5229935"/>
            <a:ext cx="1223795" cy="365125"/>
          </a:xfrm>
          <a:solidFill>
            <a:schemeClr val="bg2"/>
          </a:solidFill>
        </p:spPr>
        <p:txBody>
          <a:bodyPr rIns="182880"/>
          <a:lstStyle/>
          <a:p>
            <a:fld id="{F695BADC-4FD4-44DC-8CD5-A8F9C57A8D9D}" type="datetime1">
              <a:rPr lang="en-US" smtClean="0"/>
              <a:t>6/18/2026</a:t>
            </a:fld>
            <a:endParaRPr lang="en-US"/>
          </a:p>
        </p:txBody>
      </p:sp>
      <p:sp>
        <p:nvSpPr>
          <p:cNvPr id="6" name="Slide Number Placeholder 5">
            <a:extLst>
              <a:ext uri="{FF2B5EF4-FFF2-40B4-BE49-F238E27FC236}">
                <a16:creationId xmlns:a16="http://schemas.microsoft.com/office/drawing/2014/main" id="{758D55B4-EFB5-E5DE-2242-A16C643CABC8}"/>
              </a:ext>
            </a:extLst>
          </p:cNvPr>
          <p:cNvSpPr>
            <a:spLocks noGrp="1"/>
          </p:cNvSpPr>
          <p:nvPr>
            <p:ph type="sldNum" sz="quarter" idx="12"/>
          </p:nvPr>
        </p:nvSpPr>
        <p:spPr>
          <a:xfrm>
            <a:off x="11201400" y="6029866"/>
            <a:ext cx="461438" cy="365125"/>
          </a:xfrm>
          <a:solidFill>
            <a:schemeClr val="bg2"/>
          </a:solid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27630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2986" y="265728"/>
            <a:ext cx="10981137" cy="1325563"/>
          </a:xfrm>
          <a:noFill/>
        </p:spPr>
        <p:txBody>
          <a:bodyPr/>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2986" y="1736176"/>
            <a:ext cx="10981137" cy="41988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p:txBody>
          <a:bodyPr/>
          <a:lstStyle/>
          <a:p>
            <a:fld id="{D849E410-BE9E-427B-BCB5-604E33C4348E}" type="datetime1">
              <a:rPr lang="en-US" smtClean="0"/>
              <a:t>6/18/2026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21071617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AC4281C-DEF6-4D7C-EC36-131C16834D5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2" name="Straight Connector 11">
            <a:extLst>
              <a:ext uri="{FF2B5EF4-FFF2-40B4-BE49-F238E27FC236}">
                <a16:creationId xmlns:a16="http://schemas.microsoft.com/office/drawing/2014/main" id="{703AEE2D-28E0-27BB-C888-0E680A8672DD}"/>
              </a:ext>
              <a:ext uri="{C183D7F6-B498-43B3-948B-1728B52AA6E4}">
                <adec:decorative xmlns:adec="http://schemas.microsoft.com/office/drawing/2017/decorative" val="1"/>
              </a:ext>
            </a:extLst>
          </p:cNvPr>
          <p:cNvCxnSpPr>
            <a:cxnSpLocks/>
          </p:cNvCxnSpPr>
          <p:nvPr/>
        </p:nvCxnSpPr>
        <p:spPr>
          <a:xfrm>
            <a:off x="11506200" y="637890"/>
            <a:ext cx="0" cy="557241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19" name="Picture Placeholder 18">
            <a:extLst>
              <a:ext uri="{FF2B5EF4-FFF2-40B4-BE49-F238E27FC236}">
                <a16:creationId xmlns:a16="http://schemas.microsoft.com/office/drawing/2014/main" id="{A4559E1C-1A97-34BF-0042-9A52A91DA7B8}"/>
              </a:ext>
            </a:extLst>
          </p:cNvPr>
          <p:cNvSpPr>
            <a:spLocks noGrp="1"/>
          </p:cNvSpPr>
          <p:nvPr>
            <p:ph type="pic" sz="quarter" idx="13" hasCustomPrompt="1"/>
          </p:nvPr>
        </p:nvSpPr>
        <p:spPr>
          <a:xfrm>
            <a:off x="0" y="0"/>
            <a:ext cx="8077200" cy="5486400"/>
          </a:xfrm>
          <a:custGeom>
            <a:avLst/>
            <a:gdLst>
              <a:gd name="connsiteX0" fmla="*/ 0 w 8077200"/>
              <a:gd name="connsiteY0" fmla="*/ 0 h 5486400"/>
              <a:gd name="connsiteX1" fmla="*/ 8077200 w 8077200"/>
              <a:gd name="connsiteY1" fmla="*/ 0 h 5486400"/>
              <a:gd name="connsiteX2" fmla="*/ 8077200 w 8077200"/>
              <a:gd name="connsiteY2" fmla="*/ 3429000 h 5486400"/>
              <a:gd name="connsiteX3" fmla="*/ 4003452 w 8077200"/>
              <a:gd name="connsiteY3" fmla="*/ 3429000 h 5486400"/>
              <a:gd name="connsiteX4" fmla="*/ 4003452 w 8077200"/>
              <a:gd name="connsiteY4" fmla="*/ 5486400 h 5486400"/>
              <a:gd name="connsiteX5" fmla="*/ 0 w 8077200"/>
              <a:gd name="connsiteY5" fmla="*/ 5486400 h 548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077200" h="5486400">
                <a:moveTo>
                  <a:pt x="0" y="0"/>
                </a:moveTo>
                <a:lnTo>
                  <a:pt x="8077200" y="0"/>
                </a:lnTo>
                <a:lnTo>
                  <a:pt x="8077200" y="3429000"/>
                </a:lnTo>
                <a:lnTo>
                  <a:pt x="4003452" y="3429000"/>
                </a:lnTo>
                <a:lnTo>
                  <a:pt x="4003452" y="5486400"/>
                </a:lnTo>
                <a:lnTo>
                  <a:pt x="0" y="5486400"/>
                </a:lnTo>
                <a:close/>
              </a:path>
            </a:pathLst>
          </a:custGeom>
          <a:blipFill>
            <a:blip r:embed="rId2">
              <a:alphaModFix amt="70000"/>
            </a:blip>
            <a:stretch>
              <a:fillRect/>
            </a:stretch>
          </a:blipFill>
        </p:spPr>
        <p:txBody>
          <a:bodyPr wrap="square">
            <a:noAutofit/>
          </a:bodyPr>
          <a:lstStyle>
            <a:lvl1pPr marL="0" indent="0">
              <a:buNone/>
              <a:defRPr/>
            </a:lvl1pPr>
          </a:lstStyle>
          <a:p>
            <a:r>
              <a:rPr lang="en-US"/>
              <a:t> </a:t>
            </a:r>
          </a:p>
        </p:txBody>
      </p:sp>
      <p:sp>
        <p:nvSpPr>
          <p:cNvPr id="2" name="Title 1">
            <a:extLst>
              <a:ext uri="{FF2B5EF4-FFF2-40B4-BE49-F238E27FC236}">
                <a16:creationId xmlns:a16="http://schemas.microsoft.com/office/drawing/2014/main" id="{DE07B916-0B90-35E7-AFFD-50AAA1ED4584}"/>
              </a:ext>
            </a:extLst>
          </p:cNvPr>
          <p:cNvSpPr>
            <a:spLocks noGrp="1"/>
          </p:cNvSpPr>
          <p:nvPr>
            <p:ph type="ctrTitle"/>
          </p:nvPr>
        </p:nvSpPr>
        <p:spPr>
          <a:xfrm>
            <a:off x="4004737" y="3339967"/>
            <a:ext cx="6838935" cy="2657530"/>
          </a:xfrm>
          <a:solidFill>
            <a:schemeClr val="bg2"/>
          </a:solidFill>
        </p:spPr>
        <p:txBody>
          <a:bodyPr vert="horz" lIns="137160" tIns="228600" rIns="91440" bIns="137160" rtlCol="0" anchor="t">
            <a:normAutofit/>
          </a:bodyPr>
          <a:lstStyle>
            <a:lvl1pPr>
              <a:lnSpc>
                <a:spcPct val="80000"/>
              </a:lnSpc>
              <a:defRPr lang="en-US" sz="6800" spc="-100" baseline="0" dirty="0">
                <a:solidFill>
                  <a:schemeClr val="accent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926AEA00-2D64-E177-C13E-F879B49AC353}"/>
              </a:ext>
            </a:extLst>
          </p:cNvPr>
          <p:cNvSpPr>
            <a:spLocks noGrp="1"/>
          </p:cNvSpPr>
          <p:nvPr>
            <p:ph type="subTitle" idx="1"/>
          </p:nvPr>
        </p:nvSpPr>
        <p:spPr>
          <a:xfrm>
            <a:off x="4004737" y="5997496"/>
            <a:ext cx="6881278" cy="582705"/>
          </a:xfrm>
        </p:spPr>
        <p:txBody>
          <a:bodyPr vert="horz" lIns="164592" tIns="45720" rIns="91440" bIns="45720" rtlCol="0">
            <a:normAutofit/>
          </a:bodyPr>
          <a:lstStyle>
            <a:lvl1pPr marL="0" indent="0">
              <a:buNone/>
              <a:defRPr lang="en-US" sz="1600" cap="all" baseline="0" dirty="0">
                <a:solidFill>
                  <a:schemeClr val="accent3">
                    <a:lumMod val="75000"/>
                  </a:schemeClr>
                </a:solidFill>
                <a:latin typeface="+mj-lt"/>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4098519F-6576-5C5F-82CA-E9D93EB8AD91}"/>
              </a:ext>
            </a:extLst>
          </p:cNvPr>
          <p:cNvSpPr>
            <a:spLocks noGrp="1"/>
          </p:cNvSpPr>
          <p:nvPr>
            <p:ph type="ftr" sz="quarter" idx="11"/>
          </p:nvPr>
        </p:nvSpPr>
        <p:spPr>
          <a:xfrm>
            <a:off x="8465270" y="446266"/>
            <a:ext cx="3156629" cy="582705"/>
          </a:xfrm>
          <a:solidFill>
            <a:schemeClr val="bg2"/>
          </a:solidFill>
        </p:spPr>
        <p:txBody>
          <a:bodyPr anchor="ctr"/>
          <a:lstStyle>
            <a:lvl1pPr algn="r">
              <a:defRPr sz="1050"/>
            </a:lvl1pPr>
          </a:lstStyle>
          <a:p>
            <a:r>
              <a:rPr lang="en-US"/>
              <a:t>Sample Footer Text</a:t>
            </a:r>
          </a:p>
        </p:txBody>
      </p:sp>
      <p:sp>
        <p:nvSpPr>
          <p:cNvPr id="4" name="Date Placeholder 3">
            <a:extLst>
              <a:ext uri="{FF2B5EF4-FFF2-40B4-BE49-F238E27FC236}">
                <a16:creationId xmlns:a16="http://schemas.microsoft.com/office/drawing/2014/main" id="{F8C94BB4-778E-86AE-EEFF-88EE621D2809}"/>
              </a:ext>
            </a:extLst>
          </p:cNvPr>
          <p:cNvSpPr>
            <a:spLocks noGrp="1"/>
          </p:cNvSpPr>
          <p:nvPr>
            <p:ph type="dt" sz="half" idx="10"/>
          </p:nvPr>
        </p:nvSpPr>
        <p:spPr>
          <a:xfrm rot="5400000">
            <a:off x="10890996" y="5229935"/>
            <a:ext cx="1223793" cy="365125"/>
          </a:xfrm>
          <a:solidFill>
            <a:schemeClr val="bg2"/>
          </a:solidFill>
        </p:spPr>
        <p:txBody>
          <a:bodyPr rIns="182880"/>
          <a:lstStyle/>
          <a:p>
            <a:fld id="{FA9F19E7-5A41-482B-8FA2-1C0353416DB6}" type="datetime1">
              <a:rPr lang="en-US" smtClean="0"/>
              <a:t>6/18/2026</a:t>
            </a:fld>
            <a:endParaRPr lang="en-US"/>
          </a:p>
        </p:txBody>
      </p:sp>
      <p:sp>
        <p:nvSpPr>
          <p:cNvPr id="6" name="Slide Number Placeholder 5">
            <a:extLst>
              <a:ext uri="{FF2B5EF4-FFF2-40B4-BE49-F238E27FC236}">
                <a16:creationId xmlns:a16="http://schemas.microsoft.com/office/drawing/2014/main" id="{758D55B4-EFB5-E5DE-2242-A16C643CABC8}"/>
              </a:ext>
            </a:extLst>
          </p:cNvPr>
          <p:cNvSpPr>
            <a:spLocks noGrp="1"/>
          </p:cNvSpPr>
          <p:nvPr>
            <p:ph type="sldNum" sz="quarter" idx="12"/>
          </p:nvPr>
        </p:nvSpPr>
        <p:spPr>
          <a:xfrm>
            <a:off x="11219688" y="6029868"/>
            <a:ext cx="429372" cy="365125"/>
          </a:xfrm>
          <a:solidFill>
            <a:schemeClr val="bg2"/>
          </a:solid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20345552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AC4281C-DEF6-4D7C-EC36-131C16834D5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8" name="Straight Connector 7">
            <a:extLst>
              <a:ext uri="{FF2B5EF4-FFF2-40B4-BE49-F238E27FC236}">
                <a16:creationId xmlns:a16="http://schemas.microsoft.com/office/drawing/2014/main" id="{9B7AE09E-7342-F8D6-76B9-3191D2C214A6}"/>
              </a:ext>
              <a:ext uri="{C183D7F6-B498-43B3-948B-1728B52AA6E4}">
                <adec:decorative xmlns:adec="http://schemas.microsoft.com/office/drawing/2017/decorative" val="1"/>
              </a:ext>
            </a:extLst>
          </p:cNvPr>
          <p:cNvCxnSpPr>
            <a:cxnSpLocks/>
          </p:cNvCxnSpPr>
          <p:nvPr/>
        </p:nvCxnSpPr>
        <p:spPr>
          <a:xfrm>
            <a:off x="11502895" y="1090397"/>
            <a:ext cx="0" cy="4396003"/>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13" name="Picture Placeholder 12">
            <a:extLst>
              <a:ext uri="{FF2B5EF4-FFF2-40B4-BE49-F238E27FC236}">
                <a16:creationId xmlns:a16="http://schemas.microsoft.com/office/drawing/2014/main" id="{FD120947-D69A-84F3-7617-0239E8E5C7F8}"/>
              </a:ext>
              <a:ext uri="{C183D7F6-B498-43B3-948B-1728B52AA6E4}">
                <adec:decorative xmlns:adec="http://schemas.microsoft.com/office/drawing/2017/decorative" val="0"/>
              </a:ext>
            </a:extLst>
          </p:cNvPr>
          <p:cNvSpPr>
            <a:spLocks noGrp="1"/>
          </p:cNvSpPr>
          <p:nvPr>
            <p:ph type="pic" sz="quarter" idx="13" hasCustomPrompt="1"/>
          </p:nvPr>
        </p:nvSpPr>
        <p:spPr>
          <a:xfrm>
            <a:off x="-791" y="1371600"/>
            <a:ext cx="6706392" cy="5486400"/>
          </a:xfrm>
          <a:blipFill>
            <a:blip r:embed="rId2">
              <a:alphaModFix amt="70000"/>
            </a:blip>
            <a:stretch>
              <a:fillRect/>
            </a:stretch>
          </a:blipFill>
        </p:spPr>
        <p:txBody>
          <a:bodyPr/>
          <a:lstStyle>
            <a:lvl1pPr marL="0" indent="0">
              <a:buNone/>
              <a:defRPr/>
            </a:lvl1pPr>
          </a:lstStyle>
          <a:p>
            <a:r>
              <a:rPr lang="en-US"/>
              <a:t> </a:t>
            </a:r>
          </a:p>
        </p:txBody>
      </p:sp>
      <p:sp>
        <p:nvSpPr>
          <p:cNvPr id="2" name="Title 1">
            <a:extLst>
              <a:ext uri="{FF2B5EF4-FFF2-40B4-BE49-F238E27FC236}">
                <a16:creationId xmlns:a16="http://schemas.microsoft.com/office/drawing/2014/main" id="{DE07B916-0B90-35E7-AFFD-50AAA1ED4584}"/>
              </a:ext>
            </a:extLst>
          </p:cNvPr>
          <p:cNvSpPr>
            <a:spLocks noGrp="1"/>
          </p:cNvSpPr>
          <p:nvPr>
            <p:ph type="ctrTitle"/>
          </p:nvPr>
        </p:nvSpPr>
        <p:spPr>
          <a:xfrm>
            <a:off x="4133850" y="685799"/>
            <a:ext cx="6373670" cy="2743201"/>
          </a:xfrm>
          <a:solidFill>
            <a:schemeClr val="bg2"/>
          </a:solidFill>
        </p:spPr>
        <p:txBody>
          <a:bodyPr vert="horz" lIns="182880" tIns="45720" rIns="91440" bIns="91440" rtlCol="0" anchor="b">
            <a:normAutofit/>
          </a:bodyPr>
          <a:lstStyle>
            <a:lvl1pPr>
              <a:lnSpc>
                <a:spcPct val="80000"/>
              </a:lnSpc>
              <a:defRPr lang="en-US" sz="6800" dirty="0">
                <a:solidFill>
                  <a:schemeClr val="accent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926AEA00-2D64-E177-C13E-F879B49AC353}"/>
              </a:ext>
            </a:extLst>
          </p:cNvPr>
          <p:cNvSpPr>
            <a:spLocks noGrp="1"/>
          </p:cNvSpPr>
          <p:nvPr>
            <p:ph type="subTitle" idx="1"/>
          </p:nvPr>
        </p:nvSpPr>
        <p:spPr>
          <a:xfrm>
            <a:off x="7500457" y="5570290"/>
            <a:ext cx="4114799" cy="699518"/>
          </a:xfrm>
        </p:spPr>
        <p:txBody>
          <a:bodyPr vert="horz" lIns="91440" tIns="45720" rIns="91440" bIns="45720" rtlCol="0" anchor="b">
            <a:normAutofit/>
          </a:bodyPr>
          <a:lstStyle>
            <a:lvl1pPr marL="0" indent="0" algn="r">
              <a:buNone/>
              <a:defRPr lang="en-US" sz="1600" cap="all" baseline="0" dirty="0">
                <a:solidFill>
                  <a:schemeClr val="accent3">
                    <a:lumMod val="75000"/>
                  </a:schemeClr>
                </a:solidFill>
                <a:latin typeface="+mj-lt"/>
              </a:defRPr>
            </a:lvl1pPr>
          </a:lstStyle>
          <a:p>
            <a:pPr lvl="0"/>
            <a:r>
              <a:rPr lang="en-US"/>
              <a:t>Click to edit Master subtitle style</a:t>
            </a:r>
          </a:p>
        </p:txBody>
      </p:sp>
      <p:sp>
        <p:nvSpPr>
          <p:cNvPr id="6" name="Slide Number Placeholder 5">
            <a:extLst>
              <a:ext uri="{FF2B5EF4-FFF2-40B4-BE49-F238E27FC236}">
                <a16:creationId xmlns:a16="http://schemas.microsoft.com/office/drawing/2014/main" id="{B945FE83-3A40-27CC-D68D-E889297B8CA2}"/>
              </a:ext>
            </a:extLst>
          </p:cNvPr>
          <p:cNvSpPr>
            <a:spLocks noGrp="1"/>
          </p:cNvSpPr>
          <p:nvPr>
            <p:ph type="sldNum" sz="quarter" idx="14"/>
          </p:nvPr>
        </p:nvSpPr>
        <p:spPr>
          <a:xfrm>
            <a:off x="145716" y="508084"/>
            <a:ext cx="429372" cy="365125"/>
          </a:xfrm>
          <a:noFill/>
        </p:spPr>
        <p:txBody>
          <a:bodyPr/>
          <a:lstStyle/>
          <a:p>
            <a:fld id="{27F8DDA4-3B80-4E8A-A8F5-521F73BF9127}" type="slidenum">
              <a:rPr lang="en-US" smtClean="0"/>
              <a:t>‹#›</a:t>
            </a:fld>
            <a:endParaRPr lang="en-US"/>
          </a:p>
        </p:txBody>
      </p:sp>
      <p:sp>
        <p:nvSpPr>
          <p:cNvPr id="4" name="Date Placeholder 3">
            <a:extLst>
              <a:ext uri="{FF2B5EF4-FFF2-40B4-BE49-F238E27FC236}">
                <a16:creationId xmlns:a16="http://schemas.microsoft.com/office/drawing/2014/main" id="{F8C94BB4-778E-86AE-EEFF-88EE621D2809}"/>
              </a:ext>
            </a:extLst>
          </p:cNvPr>
          <p:cNvSpPr>
            <a:spLocks noGrp="1"/>
          </p:cNvSpPr>
          <p:nvPr>
            <p:ph type="dt" sz="half" idx="10"/>
          </p:nvPr>
        </p:nvSpPr>
        <p:spPr>
          <a:xfrm>
            <a:off x="603663" y="508084"/>
            <a:ext cx="1203320" cy="365125"/>
          </a:xfrm>
          <a:solidFill>
            <a:schemeClr val="bg2"/>
          </a:solidFill>
        </p:spPr>
        <p:txBody>
          <a:bodyPr/>
          <a:lstStyle>
            <a:lvl1pPr algn="l">
              <a:defRPr/>
            </a:lvl1pPr>
          </a:lstStyle>
          <a:p>
            <a:fld id="{D666FC17-48E9-4EB3-BB0E-C81F4FBF1D65}" type="datetime1">
              <a:rPr lang="en-US" smtClean="0"/>
              <a:t>6/18/2026</a:t>
            </a:fld>
            <a:endParaRPr lang="en-US"/>
          </a:p>
        </p:txBody>
      </p:sp>
      <p:sp>
        <p:nvSpPr>
          <p:cNvPr id="5" name="Footer Placeholder 4">
            <a:extLst>
              <a:ext uri="{FF2B5EF4-FFF2-40B4-BE49-F238E27FC236}">
                <a16:creationId xmlns:a16="http://schemas.microsoft.com/office/drawing/2014/main" id="{4098519F-6576-5C5F-82CA-E9D93EB8AD91}"/>
              </a:ext>
            </a:extLst>
          </p:cNvPr>
          <p:cNvSpPr>
            <a:spLocks noGrp="1"/>
          </p:cNvSpPr>
          <p:nvPr>
            <p:ph type="ftr" sz="quarter" idx="11"/>
          </p:nvPr>
        </p:nvSpPr>
        <p:spPr>
          <a:xfrm>
            <a:off x="10134603" y="612063"/>
            <a:ext cx="1487296" cy="478334"/>
          </a:xfrm>
          <a:solidFill>
            <a:schemeClr val="bg2"/>
          </a:solidFill>
        </p:spPr>
        <p:txBody>
          <a:bodyPr anchor="t"/>
          <a:lstStyle>
            <a:lvl1pPr algn="r">
              <a:defRPr sz="1050"/>
            </a:lvl1pPr>
          </a:lstStyle>
          <a:p>
            <a:r>
              <a:rPr lang="en-US"/>
              <a:t>Sample Footer Text</a:t>
            </a:r>
          </a:p>
        </p:txBody>
      </p:sp>
    </p:spTree>
    <p:extLst>
      <p:ext uri="{BB962C8B-B14F-4D97-AF65-F5344CB8AC3E}">
        <p14:creationId xmlns:p14="http://schemas.microsoft.com/office/powerpoint/2010/main" val="42503131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4">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2A180A8E-4668-486A-95D0-DBD6BDD7C43F}"/>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7" name="Straight Connector 6">
            <a:extLst>
              <a:ext uri="{FF2B5EF4-FFF2-40B4-BE49-F238E27FC236}">
                <a16:creationId xmlns:a16="http://schemas.microsoft.com/office/drawing/2014/main" id="{34852B95-CFB8-EEBE-3973-7363B361118A}"/>
              </a:ext>
              <a:ext uri="{C183D7F6-B498-43B3-948B-1728B52AA6E4}">
                <adec:decorative xmlns:adec="http://schemas.microsoft.com/office/drawing/2017/decorative" val="1"/>
              </a:ext>
            </a:extLst>
          </p:cNvPr>
          <p:cNvCxnSpPr>
            <a:cxnSpLocks/>
          </p:cNvCxnSpPr>
          <p:nvPr/>
        </p:nvCxnSpPr>
        <p:spPr>
          <a:xfrm>
            <a:off x="687188" y="1339110"/>
            <a:ext cx="0" cy="3352800"/>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84A713A6-3149-A53D-DA59-E54D39D6841D}"/>
              </a:ext>
              <a:ext uri="{C183D7F6-B498-43B3-948B-1728B52AA6E4}">
                <adec:decorative xmlns:adec="http://schemas.microsoft.com/office/drawing/2017/decorative" val="1"/>
              </a:ext>
            </a:extLst>
          </p:cNvPr>
          <p:cNvCxnSpPr>
            <a:cxnSpLocks/>
          </p:cNvCxnSpPr>
          <p:nvPr/>
        </p:nvCxnSpPr>
        <p:spPr>
          <a:xfrm>
            <a:off x="923544" y="6212428"/>
            <a:ext cx="10326625" cy="0"/>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10" name="Picture Placeholder 9">
            <a:extLst>
              <a:ext uri="{FF2B5EF4-FFF2-40B4-BE49-F238E27FC236}">
                <a16:creationId xmlns:a16="http://schemas.microsoft.com/office/drawing/2014/main" id="{F1A205B3-F30A-B2B0-2AFF-593443D32773}"/>
              </a:ext>
            </a:extLst>
          </p:cNvPr>
          <p:cNvSpPr>
            <a:spLocks noGrp="1"/>
          </p:cNvSpPr>
          <p:nvPr>
            <p:ph type="pic" sz="quarter" idx="14" hasCustomPrompt="1"/>
          </p:nvPr>
        </p:nvSpPr>
        <p:spPr>
          <a:xfrm>
            <a:off x="4800600" y="1371600"/>
            <a:ext cx="6705599" cy="4191000"/>
          </a:xfrm>
          <a:blipFill>
            <a:blip r:embed="rId2">
              <a:alphaModFix amt="70000"/>
            </a:blip>
            <a:stretch>
              <a:fillRect/>
            </a:stretch>
          </a:blipFill>
        </p:spPr>
        <p:txBody>
          <a:bodyPr/>
          <a:lstStyle>
            <a:lvl1pPr marL="0" indent="0">
              <a:buNone/>
              <a:defRPr/>
            </a:lvl1pPr>
          </a:lstStyle>
          <a:p>
            <a:r>
              <a:rPr lang="en-US"/>
              <a:t> </a:t>
            </a:r>
          </a:p>
        </p:txBody>
      </p:sp>
      <p:sp>
        <p:nvSpPr>
          <p:cNvPr id="2" name="Title 1">
            <a:extLst>
              <a:ext uri="{FF2B5EF4-FFF2-40B4-BE49-F238E27FC236}">
                <a16:creationId xmlns:a16="http://schemas.microsoft.com/office/drawing/2014/main" id="{DE07B916-0B90-35E7-AFFD-50AAA1ED4584}"/>
              </a:ext>
            </a:extLst>
          </p:cNvPr>
          <p:cNvSpPr>
            <a:spLocks noGrp="1"/>
          </p:cNvSpPr>
          <p:nvPr>
            <p:ph type="ctrTitle"/>
          </p:nvPr>
        </p:nvSpPr>
        <p:spPr>
          <a:xfrm>
            <a:off x="500213" y="3447288"/>
            <a:ext cx="5852160" cy="3072792"/>
          </a:xfrm>
          <a:solidFill>
            <a:schemeClr val="bg2"/>
          </a:solidFill>
        </p:spPr>
        <p:txBody>
          <a:bodyPr vert="horz" lIns="182880" tIns="45720" rIns="228600" bIns="91440" rtlCol="0" anchor="b">
            <a:normAutofit/>
          </a:bodyPr>
          <a:lstStyle>
            <a:lvl1pPr>
              <a:lnSpc>
                <a:spcPct val="80000"/>
              </a:lnSpc>
              <a:defRPr lang="en-US" sz="7200" dirty="0">
                <a:solidFill>
                  <a:schemeClr val="accent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926AEA00-2D64-E177-C13E-F879B49AC353}"/>
              </a:ext>
            </a:extLst>
          </p:cNvPr>
          <p:cNvSpPr>
            <a:spLocks noGrp="1"/>
          </p:cNvSpPr>
          <p:nvPr>
            <p:ph type="subTitle" idx="1"/>
          </p:nvPr>
        </p:nvSpPr>
        <p:spPr>
          <a:xfrm>
            <a:off x="592362" y="612648"/>
            <a:ext cx="3248116" cy="758952"/>
          </a:xfrm>
          <a:solidFill>
            <a:schemeClr val="bg2"/>
          </a:solidFill>
        </p:spPr>
        <p:txBody>
          <a:bodyPr vert="horz" lIns="91440" tIns="45720" rIns="91440" bIns="45720" rtlCol="0">
            <a:normAutofit/>
          </a:bodyPr>
          <a:lstStyle>
            <a:lvl1pPr marL="0" indent="0">
              <a:lnSpc>
                <a:spcPct val="100000"/>
              </a:lnSpc>
              <a:buNone/>
              <a:defRPr lang="en-US" sz="1600" cap="all" baseline="0" dirty="0">
                <a:solidFill>
                  <a:schemeClr val="accent3">
                    <a:lumMod val="75000"/>
                  </a:schemeClr>
                </a:solidFill>
                <a:latin typeface="+mj-lt"/>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4098519F-6576-5C5F-82CA-E9D93EB8AD91}"/>
              </a:ext>
            </a:extLst>
          </p:cNvPr>
          <p:cNvSpPr>
            <a:spLocks noGrp="1"/>
          </p:cNvSpPr>
          <p:nvPr>
            <p:ph type="ftr" sz="quarter" idx="11"/>
          </p:nvPr>
        </p:nvSpPr>
        <p:spPr>
          <a:xfrm>
            <a:off x="8763000" y="620267"/>
            <a:ext cx="2854926" cy="443682"/>
          </a:xfrm>
          <a:solidFill>
            <a:schemeClr val="bg2"/>
          </a:solidFill>
        </p:spPr>
        <p:txBody>
          <a:bodyPr anchor="t"/>
          <a:lstStyle>
            <a:lvl1pPr algn="r">
              <a:defRPr sz="1050"/>
            </a:lvl1pPr>
          </a:lstStyle>
          <a:p>
            <a:r>
              <a:rPr lang="en-US"/>
              <a:t>Sample Footer Text</a:t>
            </a:r>
          </a:p>
        </p:txBody>
      </p:sp>
      <p:sp>
        <p:nvSpPr>
          <p:cNvPr id="4" name="Date Placeholder 3">
            <a:extLst>
              <a:ext uri="{FF2B5EF4-FFF2-40B4-BE49-F238E27FC236}">
                <a16:creationId xmlns:a16="http://schemas.microsoft.com/office/drawing/2014/main" id="{F8C94BB4-778E-86AE-EEFF-88EE621D2809}"/>
              </a:ext>
            </a:extLst>
          </p:cNvPr>
          <p:cNvSpPr>
            <a:spLocks noGrp="1"/>
          </p:cNvSpPr>
          <p:nvPr>
            <p:ph type="dt" sz="half" idx="10"/>
          </p:nvPr>
        </p:nvSpPr>
        <p:spPr>
          <a:xfrm>
            <a:off x="9973610" y="6055170"/>
            <a:ext cx="1256738" cy="365125"/>
          </a:xfrm>
          <a:solidFill>
            <a:schemeClr val="bg2"/>
          </a:solidFill>
        </p:spPr>
        <p:txBody>
          <a:bodyPr/>
          <a:lstStyle/>
          <a:p>
            <a:fld id="{4C6CA39F-8041-4925-BD95-F0F6BD0D2137}" type="datetime1">
              <a:rPr lang="en-US" smtClean="0"/>
              <a:t>6/18/2026</a:t>
            </a:fld>
            <a:endParaRPr lang="en-US"/>
          </a:p>
        </p:txBody>
      </p:sp>
      <p:sp>
        <p:nvSpPr>
          <p:cNvPr id="6" name="Slide Number Placeholder 5">
            <a:extLst>
              <a:ext uri="{FF2B5EF4-FFF2-40B4-BE49-F238E27FC236}">
                <a16:creationId xmlns:a16="http://schemas.microsoft.com/office/drawing/2014/main" id="{758D55B4-EFB5-E5DE-2242-A16C643CABC8}"/>
              </a:ext>
            </a:extLst>
          </p:cNvPr>
          <p:cNvSpPr>
            <a:spLocks noGrp="1"/>
          </p:cNvSpPr>
          <p:nvPr>
            <p:ph type="sldNum" sz="quarter" idx="12"/>
          </p:nvPr>
        </p:nvSpPr>
        <p:spPr>
          <a:xfrm>
            <a:off x="11230348" y="6055170"/>
            <a:ext cx="461440" cy="365125"/>
          </a:xfrm>
          <a:solidFill>
            <a:schemeClr val="bg2"/>
          </a:solid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16199755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with Picture 5">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2A180A8E-4668-486A-95D0-DBD6BDD7C43F}"/>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8" name="Straight Connector 7">
            <a:extLst>
              <a:ext uri="{FF2B5EF4-FFF2-40B4-BE49-F238E27FC236}">
                <a16:creationId xmlns:a16="http://schemas.microsoft.com/office/drawing/2014/main" id="{84A713A6-3149-A53D-DA59-E54D39D6841D}"/>
              </a:ext>
              <a:ext uri="{C183D7F6-B498-43B3-948B-1728B52AA6E4}">
                <adec:decorative xmlns:adec="http://schemas.microsoft.com/office/drawing/2017/decorative" val="1"/>
              </a:ext>
            </a:extLst>
          </p:cNvPr>
          <p:cNvCxnSpPr>
            <a:cxnSpLocks/>
          </p:cNvCxnSpPr>
          <p:nvPr/>
        </p:nvCxnSpPr>
        <p:spPr>
          <a:xfrm>
            <a:off x="11500489" y="1054208"/>
            <a:ext cx="0" cy="4781975"/>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E07B916-0B90-35E7-AFFD-50AAA1ED4584}"/>
              </a:ext>
            </a:extLst>
          </p:cNvPr>
          <p:cNvSpPr>
            <a:spLocks noGrp="1"/>
          </p:cNvSpPr>
          <p:nvPr>
            <p:ph type="ctrTitle"/>
          </p:nvPr>
        </p:nvSpPr>
        <p:spPr>
          <a:xfrm>
            <a:off x="673753" y="355601"/>
            <a:ext cx="8275505" cy="1693334"/>
          </a:xfrm>
          <a:noFill/>
        </p:spPr>
        <p:txBody>
          <a:bodyPr vert="horz" lIns="91440" tIns="45720" rIns="91440" bIns="137160" rtlCol="0" anchor="b">
            <a:normAutofit/>
          </a:bodyPr>
          <a:lstStyle>
            <a:lvl1pPr>
              <a:lnSpc>
                <a:spcPct val="80000"/>
              </a:lnSpc>
              <a:defRPr lang="en-US" sz="5800" dirty="0">
                <a:solidFill>
                  <a:schemeClr val="accent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926AEA00-2D64-E177-C13E-F879B49AC353}"/>
              </a:ext>
            </a:extLst>
          </p:cNvPr>
          <p:cNvSpPr>
            <a:spLocks noGrp="1"/>
          </p:cNvSpPr>
          <p:nvPr>
            <p:ph type="subTitle" idx="1"/>
          </p:nvPr>
        </p:nvSpPr>
        <p:spPr>
          <a:xfrm>
            <a:off x="673752" y="1902527"/>
            <a:ext cx="8275504" cy="498021"/>
          </a:xfrm>
        </p:spPr>
        <p:txBody>
          <a:bodyPr vert="horz" lIns="91440" tIns="45720" rIns="91440" bIns="45720" rtlCol="0">
            <a:normAutofit/>
          </a:bodyPr>
          <a:lstStyle>
            <a:lvl1pPr marL="0" indent="0">
              <a:lnSpc>
                <a:spcPct val="100000"/>
              </a:lnSpc>
              <a:buNone/>
              <a:defRPr lang="en-US" sz="1400" cap="all" baseline="0" dirty="0">
                <a:solidFill>
                  <a:schemeClr val="accent5"/>
                </a:solidFill>
                <a:latin typeface="+mj-lt"/>
              </a:defRPr>
            </a:lvl1pPr>
          </a:lstStyle>
          <a:p>
            <a:pPr lvl="0"/>
            <a:r>
              <a:rPr lang="en-US"/>
              <a:t>Click to edit Master subtitle style</a:t>
            </a:r>
          </a:p>
        </p:txBody>
      </p:sp>
      <p:sp>
        <p:nvSpPr>
          <p:cNvPr id="10" name="Picture Placeholder 9">
            <a:extLst>
              <a:ext uri="{FF2B5EF4-FFF2-40B4-BE49-F238E27FC236}">
                <a16:creationId xmlns:a16="http://schemas.microsoft.com/office/drawing/2014/main" id="{4F8C8803-B94B-A385-87A1-A21C9AD88D84}"/>
              </a:ext>
            </a:extLst>
          </p:cNvPr>
          <p:cNvSpPr>
            <a:spLocks noGrp="1"/>
          </p:cNvSpPr>
          <p:nvPr>
            <p:ph type="pic" sz="quarter" idx="13" hasCustomPrompt="1"/>
          </p:nvPr>
        </p:nvSpPr>
        <p:spPr>
          <a:xfrm>
            <a:off x="-1" y="2441123"/>
            <a:ext cx="10495289" cy="4416877"/>
          </a:xfrm>
          <a:blipFill>
            <a:blip r:embed="rId2">
              <a:alphaModFix amt="70000"/>
            </a:blip>
            <a:stretch>
              <a:fillRect/>
            </a:stretch>
          </a:blipFill>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4098519F-6576-5C5F-82CA-E9D93EB8AD91}"/>
              </a:ext>
            </a:extLst>
          </p:cNvPr>
          <p:cNvSpPr>
            <a:spLocks noGrp="1"/>
          </p:cNvSpPr>
          <p:nvPr>
            <p:ph type="ftr" sz="quarter" idx="11"/>
          </p:nvPr>
        </p:nvSpPr>
        <p:spPr>
          <a:xfrm>
            <a:off x="9753600" y="613218"/>
            <a:ext cx="1865242" cy="535746"/>
          </a:xfrm>
          <a:solidFill>
            <a:schemeClr val="bg2"/>
          </a:solidFill>
        </p:spPr>
        <p:txBody>
          <a:bodyPr anchor="t"/>
          <a:lstStyle>
            <a:lvl1pPr algn="r">
              <a:defRPr sz="1050"/>
            </a:lvl1pPr>
          </a:lstStyle>
          <a:p>
            <a:r>
              <a:rPr lang="en-US"/>
              <a:t>Sample Footer Text</a:t>
            </a:r>
          </a:p>
        </p:txBody>
      </p:sp>
      <p:sp>
        <p:nvSpPr>
          <p:cNvPr id="4" name="Date Placeholder 3">
            <a:extLst>
              <a:ext uri="{FF2B5EF4-FFF2-40B4-BE49-F238E27FC236}">
                <a16:creationId xmlns:a16="http://schemas.microsoft.com/office/drawing/2014/main" id="{F8C94BB4-778E-86AE-EEFF-88EE621D2809}"/>
              </a:ext>
            </a:extLst>
          </p:cNvPr>
          <p:cNvSpPr>
            <a:spLocks noGrp="1"/>
          </p:cNvSpPr>
          <p:nvPr>
            <p:ph type="dt" sz="half" idx="10"/>
          </p:nvPr>
        </p:nvSpPr>
        <p:spPr>
          <a:xfrm rot="5400000">
            <a:off x="10880856" y="5137717"/>
            <a:ext cx="1256738" cy="365125"/>
          </a:xfrm>
          <a:solidFill>
            <a:schemeClr val="bg2"/>
          </a:solidFill>
        </p:spPr>
        <p:txBody>
          <a:bodyPr/>
          <a:lstStyle/>
          <a:p>
            <a:fld id="{A198F7BC-ABFF-4CAB-9ECC-8B1B0BCD965C}" type="datetime1">
              <a:rPr lang="en-US" smtClean="0"/>
              <a:t>6/18/2026</a:t>
            </a:fld>
            <a:endParaRPr lang="en-US"/>
          </a:p>
        </p:txBody>
      </p:sp>
      <p:sp>
        <p:nvSpPr>
          <p:cNvPr id="6" name="Slide Number Placeholder 5">
            <a:extLst>
              <a:ext uri="{FF2B5EF4-FFF2-40B4-BE49-F238E27FC236}">
                <a16:creationId xmlns:a16="http://schemas.microsoft.com/office/drawing/2014/main" id="{758D55B4-EFB5-E5DE-2242-A16C643CABC8}"/>
              </a:ext>
            </a:extLst>
          </p:cNvPr>
          <p:cNvSpPr>
            <a:spLocks noGrp="1"/>
          </p:cNvSpPr>
          <p:nvPr>
            <p:ph type="sldNum" sz="quarter" idx="12"/>
          </p:nvPr>
        </p:nvSpPr>
        <p:spPr>
          <a:xfrm>
            <a:off x="11186803" y="6029867"/>
            <a:ext cx="461440" cy="365125"/>
          </a:xfrm>
          <a:solidFill>
            <a:schemeClr val="bg2"/>
          </a:solid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8060910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with Picture 6">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2A180A8E-4668-486A-95D0-DBD6BDD7C43F}"/>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8" name="Straight Connector 7">
            <a:extLst>
              <a:ext uri="{FF2B5EF4-FFF2-40B4-BE49-F238E27FC236}">
                <a16:creationId xmlns:a16="http://schemas.microsoft.com/office/drawing/2014/main" id="{84A713A6-3149-A53D-DA59-E54D39D6841D}"/>
              </a:ext>
              <a:ext uri="{C183D7F6-B498-43B3-948B-1728B52AA6E4}">
                <adec:decorative xmlns:adec="http://schemas.microsoft.com/office/drawing/2017/decorative" val="1"/>
              </a:ext>
            </a:extLst>
          </p:cNvPr>
          <p:cNvCxnSpPr>
            <a:cxnSpLocks/>
          </p:cNvCxnSpPr>
          <p:nvPr/>
        </p:nvCxnSpPr>
        <p:spPr>
          <a:xfrm>
            <a:off x="11502284" y="760367"/>
            <a:ext cx="0" cy="5387340"/>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E07B916-0B90-35E7-AFFD-50AAA1ED4584}"/>
              </a:ext>
            </a:extLst>
          </p:cNvPr>
          <p:cNvSpPr>
            <a:spLocks noGrp="1"/>
          </p:cNvSpPr>
          <p:nvPr>
            <p:ph type="ctrTitle"/>
          </p:nvPr>
        </p:nvSpPr>
        <p:spPr>
          <a:xfrm>
            <a:off x="634070" y="4370832"/>
            <a:ext cx="9546250" cy="1668980"/>
          </a:xfrm>
          <a:solidFill>
            <a:schemeClr val="bg2"/>
          </a:solidFill>
        </p:spPr>
        <p:txBody>
          <a:bodyPr vert="horz" lIns="91440" tIns="45720" rIns="91440" bIns="0" rtlCol="0" anchor="b">
            <a:normAutofit/>
          </a:bodyPr>
          <a:lstStyle>
            <a:lvl1pPr>
              <a:lnSpc>
                <a:spcPct val="80000"/>
              </a:lnSpc>
              <a:defRPr lang="en-US" sz="6600" dirty="0">
                <a:solidFill>
                  <a:schemeClr val="accent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926AEA00-2D64-E177-C13E-F879B49AC353}"/>
              </a:ext>
            </a:extLst>
          </p:cNvPr>
          <p:cNvSpPr>
            <a:spLocks noGrp="1"/>
          </p:cNvSpPr>
          <p:nvPr>
            <p:ph type="subTitle" idx="1"/>
          </p:nvPr>
        </p:nvSpPr>
        <p:spPr>
          <a:xfrm>
            <a:off x="634070" y="6055054"/>
            <a:ext cx="9546250" cy="473761"/>
          </a:xfrm>
        </p:spPr>
        <p:txBody>
          <a:bodyPr vert="horz" lIns="91440" tIns="45720" rIns="91440" bIns="45720" rtlCol="0">
            <a:normAutofit/>
          </a:bodyPr>
          <a:lstStyle>
            <a:lvl1pPr marL="0" indent="0">
              <a:lnSpc>
                <a:spcPct val="100000"/>
              </a:lnSpc>
              <a:buNone/>
              <a:defRPr lang="en-US" sz="1400" cap="all" baseline="0" dirty="0">
                <a:solidFill>
                  <a:schemeClr val="accent5"/>
                </a:solidFill>
                <a:latin typeface="+mj-lt"/>
              </a:defRPr>
            </a:lvl1pPr>
          </a:lstStyle>
          <a:p>
            <a:pPr lvl="0"/>
            <a:r>
              <a:rPr lang="en-US"/>
              <a:t>Click to edit Master subtitle style</a:t>
            </a:r>
          </a:p>
        </p:txBody>
      </p:sp>
      <p:sp>
        <p:nvSpPr>
          <p:cNvPr id="10" name="Picture Placeholder 9">
            <a:extLst>
              <a:ext uri="{FF2B5EF4-FFF2-40B4-BE49-F238E27FC236}">
                <a16:creationId xmlns:a16="http://schemas.microsoft.com/office/drawing/2014/main" id="{4F8C8803-B94B-A385-87A1-A21C9AD88D84}"/>
              </a:ext>
            </a:extLst>
          </p:cNvPr>
          <p:cNvSpPr>
            <a:spLocks noGrp="1"/>
          </p:cNvSpPr>
          <p:nvPr>
            <p:ph type="pic" sz="quarter" idx="13" hasCustomPrompt="1"/>
          </p:nvPr>
        </p:nvSpPr>
        <p:spPr>
          <a:xfrm>
            <a:off x="0" y="1"/>
            <a:ext cx="10820400" cy="4114800"/>
          </a:xfrm>
          <a:blipFill>
            <a:blip r:embed="rId2">
              <a:alphaModFix amt="70000"/>
            </a:blip>
            <a:stretch>
              <a:fillRect/>
            </a:stretch>
          </a:blipFill>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4098519F-6576-5C5F-82CA-E9D93EB8AD91}"/>
              </a:ext>
            </a:extLst>
          </p:cNvPr>
          <p:cNvSpPr>
            <a:spLocks noGrp="1"/>
          </p:cNvSpPr>
          <p:nvPr>
            <p:ph type="ftr" sz="quarter" idx="11"/>
          </p:nvPr>
        </p:nvSpPr>
        <p:spPr>
          <a:xfrm rot="5400000">
            <a:off x="10667029" y="1260113"/>
            <a:ext cx="1678344" cy="365125"/>
          </a:xfrm>
          <a:solidFill>
            <a:schemeClr val="bg2"/>
          </a:solidFill>
        </p:spPr>
        <p:txBody>
          <a:bodyPr anchor="ctr"/>
          <a:lstStyle>
            <a:lvl1pPr algn="l">
              <a:defRPr sz="900" b="1"/>
            </a:lvl1pPr>
          </a:lstStyle>
          <a:p>
            <a:r>
              <a:rPr lang="en-US"/>
              <a:t>Sample Footer Text</a:t>
            </a:r>
          </a:p>
        </p:txBody>
      </p:sp>
      <p:sp>
        <p:nvSpPr>
          <p:cNvPr id="4" name="Date Placeholder 3">
            <a:extLst>
              <a:ext uri="{FF2B5EF4-FFF2-40B4-BE49-F238E27FC236}">
                <a16:creationId xmlns:a16="http://schemas.microsoft.com/office/drawing/2014/main" id="{F8C94BB4-778E-86AE-EEFF-88EE621D2809}"/>
              </a:ext>
            </a:extLst>
          </p:cNvPr>
          <p:cNvSpPr>
            <a:spLocks noGrp="1"/>
          </p:cNvSpPr>
          <p:nvPr>
            <p:ph type="dt" sz="half" idx="10"/>
          </p:nvPr>
        </p:nvSpPr>
        <p:spPr>
          <a:xfrm rot="5400000">
            <a:off x="10961764" y="5297730"/>
            <a:ext cx="1091183" cy="365128"/>
          </a:xfrm>
          <a:solidFill>
            <a:schemeClr val="bg2"/>
          </a:solidFill>
        </p:spPr>
        <p:txBody>
          <a:bodyPr/>
          <a:lstStyle/>
          <a:p>
            <a:fld id="{3939EC85-F003-4305-AB12-223D18998537}" type="datetime1">
              <a:rPr lang="en-US" smtClean="0"/>
              <a:t>6/18/2026</a:t>
            </a:fld>
            <a:endParaRPr lang="en-US"/>
          </a:p>
        </p:txBody>
      </p:sp>
      <p:sp>
        <p:nvSpPr>
          <p:cNvPr id="6" name="Slide Number Placeholder 5">
            <a:extLst>
              <a:ext uri="{FF2B5EF4-FFF2-40B4-BE49-F238E27FC236}">
                <a16:creationId xmlns:a16="http://schemas.microsoft.com/office/drawing/2014/main" id="{758D55B4-EFB5-E5DE-2242-A16C643CABC8}"/>
              </a:ext>
            </a:extLst>
          </p:cNvPr>
          <p:cNvSpPr>
            <a:spLocks noGrp="1"/>
          </p:cNvSpPr>
          <p:nvPr>
            <p:ph type="sldNum" sz="quarter" idx="12"/>
          </p:nvPr>
        </p:nvSpPr>
        <p:spPr>
          <a:xfrm>
            <a:off x="11225781" y="6029867"/>
            <a:ext cx="422461" cy="365125"/>
          </a:xfrm>
          <a:solidFill>
            <a:schemeClr val="bg2"/>
          </a:solid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27400841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AC4281C-DEF6-4D7C-EC36-131C16834D5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9" name="Straight Connector 8">
            <a:extLst>
              <a:ext uri="{FF2B5EF4-FFF2-40B4-BE49-F238E27FC236}">
                <a16:creationId xmlns:a16="http://schemas.microsoft.com/office/drawing/2014/main" id="{238427E1-A276-BBD2-B377-380EC166BB79}"/>
              </a:ext>
              <a:ext uri="{C183D7F6-B498-43B3-948B-1728B52AA6E4}">
                <adec:decorative xmlns:adec="http://schemas.microsoft.com/office/drawing/2017/decorative" val="1"/>
              </a:ext>
            </a:extLst>
          </p:cNvPr>
          <p:cNvCxnSpPr>
            <a:cxnSpLocks/>
          </p:cNvCxnSpPr>
          <p:nvPr/>
        </p:nvCxnSpPr>
        <p:spPr>
          <a:xfrm>
            <a:off x="689066" y="1014984"/>
            <a:ext cx="0" cy="4471416"/>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9B7AE09E-7342-F8D6-76B9-3191D2C214A6}"/>
              </a:ext>
              <a:ext uri="{C183D7F6-B498-43B3-948B-1728B52AA6E4}">
                <adec:decorative xmlns:adec="http://schemas.microsoft.com/office/drawing/2017/decorative" val="1"/>
              </a:ext>
            </a:extLst>
          </p:cNvPr>
          <p:cNvCxnSpPr>
            <a:cxnSpLocks/>
          </p:cNvCxnSpPr>
          <p:nvPr/>
        </p:nvCxnSpPr>
        <p:spPr>
          <a:xfrm>
            <a:off x="11502895" y="1090397"/>
            <a:ext cx="0" cy="4743475"/>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E07B916-0B90-35E7-AFFD-50AAA1ED4584}"/>
              </a:ext>
            </a:extLst>
          </p:cNvPr>
          <p:cNvSpPr>
            <a:spLocks noGrp="1"/>
          </p:cNvSpPr>
          <p:nvPr>
            <p:ph type="ctrTitle"/>
          </p:nvPr>
        </p:nvSpPr>
        <p:spPr>
          <a:xfrm>
            <a:off x="137159" y="338328"/>
            <a:ext cx="9006837" cy="3776472"/>
          </a:xfrm>
          <a:solidFill>
            <a:schemeClr val="bg2"/>
          </a:solidFill>
        </p:spPr>
        <p:txBody>
          <a:bodyPr vert="horz" lIns="91440" tIns="45720" rIns="91440" bIns="137160" rtlCol="0" anchor="t">
            <a:normAutofit/>
          </a:bodyPr>
          <a:lstStyle>
            <a:lvl1pPr>
              <a:lnSpc>
                <a:spcPct val="80000"/>
              </a:lnSpc>
              <a:defRPr lang="en-US" sz="8000" spc="-100" baseline="0" dirty="0">
                <a:solidFill>
                  <a:schemeClr val="accent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926AEA00-2D64-E177-C13E-F879B49AC353}"/>
              </a:ext>
            </a:extLst>
          </p:cNvPr>
          <p:cNvSpPr>
            <a:spLocks noGrp="1"/>
          </p:cNvSpPr>
          <p:nvPr>
            <p:ph type="subTitle" idx="1"/>
          </p:nvPr>
        </p:nvSpPr>
        <p:spPr>
          <a:xfrm>
            <a:off x="529194" y="5496339"/>
            <a:ext cx="3585604" cy="771684"/>
          </a:xfrm>
        </p:spPr>
        <p:txBody>
          <a:bodyPr vert="horz" lIns="91440" tIns="45720" rIns="91440" bIns="45720" rtlCol="0" anchor="b">
            <a:normAutofit/>
          </a:bodyPr>
          <a:lstStyle>
            <a:lvl1pPr marL="0" indent="0">
              <a:buNone/>
              <a:defRPr lang="en-US" sz="1600" cap="all" spc="100" baseline="0" dirty="0">
                <a:solidFill>
                  <a:schemeClr val="accent5"/>
                </a:solidFill>
                <a:latin typeface="+mj-lt"/>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4098519F-6576-5C5F-82CA-E9D93EB8AD91}"/>
              </a:ext>
            </a:extLst>
          </p:cNvPr>
          <p:cNvSpPr>
            <a:spLocks noGrp="1"/>
          </p:cNvSpPr>
          <p:nvPr>
            <p:ph type="ftr" sz="quarter" idx="11"/>
          </p:nvPr>
        </p:nvSpPr>
        <p:spPr>
          <a:xfrm>
            <a:off x="9144000" y="487335"/>
            <a:ext cx="2474835" cy="496639"/>
          </a:xfrm>
          <a:noFill/>
        </p:spPr>
        <p:txBody>
          <a:bodyPr/>
          <a:lstStyle>
            <a:lvl1pPr algn="r">
              <a:defRPr sz="1050"/>
            </a:lvl1pPr>
          </a:lstStyle>
          <a:p>
            <a:r>
              <a:rPr lang="en-US"/>
              <a:t>Sample Footer Text</a:t>
            </a:r>
          </a:p>
        </p:txBody>
      </p:sp>
      <p:sp>
        <p:nvSpPr>
          <p:cNvPr id="4" name="Date Placeholder 3">
            <a:extLst>
              <a:ext uri="{FF2B5EF4-FFF2-40B4-BE49-F238E27FC236}">
                <a16:creationId xmlns:a16="http://schemas.microsoft.com/office/drawing/2014/main" id="{F8C94BB4-778E-86AE-EEFF-88EE621D2809}"/>
              </a:ext>
            </a:extLst>
          </p:cNvPr>
          <p:cNvSpPr>
            <a:spLocks noGrp="1"/>
          </p:cNvSpPr>
          <p:nvPr>
            <p:ph type="dt" sz="half" idx="10"/>
          </p:nvPr>
        </p:nvSpPr>
        <p:spPr>
          <a:noFill/>
        </p:spPr>
        <p:txBody>
          <a:bodyPr/>
          <a:lstStyle/>
          <a:p>
            <a:fld id="{06866CBB-6F1F-436D-A8C6-FABC4CF2B536}" type="datetime1">
              <a:rPr lang="en-US" smtClean="0"/>
              <a:t>6/18/2026</a:t>
            </a:fld>
            <a:endParaRPr lang="en-US"/>
          </a:p>
        </p:txBody>
      </p:sp>
      <p:sp>
        <p:nvSpPr>
          <p:cNvPr id="6" name="Slide Number Placeholder 5">
            <a:extLst>
              <a:ext uri="{FF2B5EF4-FFF2-40B4-BE49-F238E27FC236}">
                <a16:creationId xmlns:a16="http://schemas.microsoft.com/office/drawing/2014/main" id="{758D55B4-EFB5-E5DE-2242-A16C643CABC8}"/>
              </a:ext>
            </a:extLst>
          </p:cNvPr>
          <p:cNvSpPr>
            <a:spLocks noGrp="1"/>
          </p:cNvSpPr>
          <p:nvPr>
            <p:ph type="sldNum" sz="quarter" idx="12"/>
          </p:nvPr>
        </p:nvSpPr>
        <p:spPr>
          <a:no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26186063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AC4281C-DEF6-4D7C-EC36-131C16834D5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8" name="Straight Connector 7">
            <a:extLst>
              <a:ext uri="{FF2B5EF4-FFF2-40B4-BE49-F238E27FC236}">
                <a16:creationId xmlns:a16="http://schemas.microsoft.com/office/drawing/2014/main" id="{9B7AE09E-7342-F8D6-76B9-3191D2C214A6}"/>
              </a:ext>
              <a:ext uri="{C183D7F6-B498-43B3-948B-1728B52AA6E4}">
                <adec:decorative xmlns:adec="http://schemas.microsoft.com/office/drawing/2017/decorative" val="1"/>
              </a:ext>
            </a:extLst>
          </p:cNvPr>
          <p:cNvCxnSpPr>
            <a:cxnSpLocks/>
          </p:cNvCxnSpPr>
          <p:nvPr/>
        </p:nvCxnSpPr>
        <p:spPr>
          <a:xfrm>
            <a:off x="11502895" y="1033580"/>
            <a:ext cx="0" cy="4800292"/>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E07B916-0B90-35E7-AFFD-50AAA1ED4584}"/>
              </a:ext>
            </a:extLst>
          </p:cNvPr>
          <p:cNvSpPr>
            <a:spLocks noGrp="1"/>
          </p:cNvSpPr>
          <p:nvPr>
            <p:ph type="ctrTitle"/>
          </p:nvPr>
        </p:nvSpPr>
        <p:spPr>
          <a:xfrm>
            <a:off x="137159" y="338328"/>
            <a:ext cx="8168640" cy="4462272"/>
          </a:xfrm>
          <a:noFill/>
        </p:spPr>
        <p:txBody>
          <a:bodyPr vert="horz" lIns="91440" tIns="45720" rIns="91440" bIns="137160" rtlCol="0" anchor="t">
            <a:normAutofit/>
          </a:bodyPr>
          <a:lstStyle>
            <a:lvl1pPr>
              <a:lnSpc>
                <a:spcPct val="80000"/>
              </a:lnSpc>
              <a:defRPr lang="en-US" sz="9600" spc="-100" baseline="0" dirty="0">
                <a:solidFill>
                  <a:schemeClr val="accent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926AEA00-2D64-E177-C13E-F879B49AC353}"/>
              </a:ext>
            </a:extLst>
          </p:cNvPr>
          <p:cNvSpPr>
            <a:spLocks noGrp="1"/>
          </p:cNvSpPr>
          <p:nvPr>
            <p:ph type="subTitle" idx="1"/>
          </p:nvPr>
        </p:nvSpPr>
        <p:spPr>
          <a:xfrm>
            <a:off x="8534400" y="4754729"/>
            <a:ext cx="3084441" cy="1080302"/>
          </a:xfrm>
          <a:solidFill>
            <a:schemeClr val="bg2"/>
          </a:solidFill>
        </p:spPr>
        <p:txBody>
          <a:bodyPr vert="horz" lIns="91440" tIns="45720" rIns="91440" bIns="45720" rtlCol="0" anchor="b">
            <a:normAutofit/>
          </a:bodyPr>
          <a:lstStyle>
            <a:lvl1pPr marL="0" indent="0" algn="r">
              <a:buNone/>
              <a:defRPr lang="en-US" sz="1600" cap="all" spc="100" baseline="0" dirty="0">
                <a:solidFill>
                  <a:schemeClr val="accent5"/>
                </a:solidFill>
                <a:latin typeface="+mj-lt"/>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4098519F-6576-5C5F-82CA-E9D93EB8AD91}"/>
              </a:ext>
            </a:extLst>
          </p:cNvPr>
          <p:cNvSpPr>
            <a:spLocks noGrp="1"/>
          </p:cNvSpPr>
          <p:nvPr>
            <p:ph type="ftr" sz="quarter" idx="11"/>
          </p:nvPr>
        </p:nvSpPr>
        <p:spPr>
          <a:xfrm>
            <a:off x="9144000" y="447579"/>
            <a:ext cx="2477899" cy="586001"/>
          </a:xfrm>
          <a:noFill/>
        </p:spPr>
        <p:txBody>
          <a:bodyPr/>
          <a:lstStyle>
            <a:lvl1pPr algn="r">
              <a:defRPr sz="1050"/>
            </a:lvl1pPr>
          </a:lstStyle>
          <a:p>
            <a:r>
              <a:rPr lang="en-US"/>
              <a:t>Sample Footer Text</a:t>
            </a:r>
          </a:p>
        </p:txBody>
      </p:sp>
      <p:sp>
        <p:nvSpPr>
          <p:cNvPr id="4" name="Date Placeholder 3">
            <a:extLst>
              <a:ext uri="{FF2B5EF4-FFF2-40B4-BE49-F238E27FC236}">
                <a16:creationId xmlns:a16="http://schemas.microsoft.com/office/drawing/2014/main" id="{F8C94BB4-778E-86AE-EEFF-88EE621D2809}"/>
              </a:ext>
            </a:extLst>
          </p:cNvPr>
          <p:cNvSpPr>
            <a:spLocks noGrp="1"/>
          </p:cNvSpPr>
          <p:nvPr>
            <p:ph type="dt" sz="half" idx="10"/>
          </p:nvPr>
        </p:nvSpPr>
        <p:spPr>
          <a:noFill/>
        </p:spPr>
        <p:txBody>
          <a:bodyPr/>
          <a:lstStyle/>
          <a:p>
            <a:fld id="{DFE1FB2C-1600-49CF-ABE3-F2743AC651C3}" type="datetime1">
              <a:rPr lang="en-US" smtClean="0"/>
              <a:t>6/18/2026</a:t>
            </a:fld>
            <a:endParaRPr lang="en-US"/>
          </a:p>
        </p:txBody>
      </p:sp>
      <p:sp>
        <p:nvSpPr>
          <p:cNvPr id="6" name="Slide Number Placeholder 5">
            <a:extLst>
              <a:ext uri="{FF2B5EF4-FFF2-40B4-BE49-F238E27FC236}">
                <a16:creationId xmlns:a16="http://schemas.microsoft.com/office/drawing/2014/main" id="{758D55B4-EFB5-E5DE-2242-A16C643CABC8}"/>
              </a:ext>
            </a:extLst>
          </p:cNvPr>
          <p:cNvSpPr>
            <a:spLocks noGrp="1"/>
          </p:cNvSpPr>
          <p:nvPr>
            <p:ph type="sldNum" sz="quarter" idx="12"/>
          </p:nvPr>
        </p:nvSpPr>
        <p:spPr>
          <a:no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34282236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AC4281C-DEF6-4D7C-EC36-131C16834D5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8" name="Straight Connector 7">
            <a:extLst>
              <a:ext uri="{FF2B5EF4-FFF2-40B4-BE49-F238E27FC236}">
                <a16:creationId xmlns:a16="http://schemas.microsoft.com/office/drawing/2014/main" id="{9B7AE09E-7342-F8D6-76B9-3191D2C214A6}"/>
              </a:ext>
              <a:ext uri="{C183D7F6-B498-43B3-948B-1728B52AA6E4}">
                <adec:decorative xmlns:adec="http://schemas.microsoft.com/office/drawing/2017/decorative" val="1"/>
              </a:ext>
            </a:extLst>
          </p:cNvPr>
          <p:cNvCxnSpPr>
            <a:cxnSpLocks/>
          </p:cNvCxnSpPr>
          <p:nvPr/>
        </p:nvCxnSpPr>
        <p:spPr>
          <a:xfrm>
            <a:off x="11502895" y="1028700"/>
            <a:ext cx="0" cy="4805172"/>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E07B916-0B90-35E7-AFFD-50AAA1ED4584}"/>
              </a:ext>
            </a:extLst>
          </p:cNvPr>
          <p:cNvSpPr>
            <a:spLocks noGrp="1"/>
          </p:cNvSpPr>
          <p:nvPr>
            <p:ph type="ctrTitle"/>
          </p:nvPr>
        </p:nvSpPr>
        <p:spPr>
          <a:xfrm>
            <a:off x="137159" y="338329"/>
            <a:ext cx="9197667" cy="4743474"/>
          </a:xfrm>
          <a:noFill/>
        </p:spPr>
        <p:txBody>
          <a:bodyPr vert="horz" lIns="91440" tIns="45720" rIns="91440" bIns="137160" rtlCol="0" anchor="t">
            <a:normAutofit/>
          </a:bodyPr>
          <a:lstStyle>
            <a:lvl1pPr>
              <a:lnSpc>
                <a:spcPct val="80000"/>
              </a:lnSpc>
              <a:defRPr lang="en-US" sz="11500" spc="-100" baseline="0" dirty="0">
                <a:solidFill>
                  <a:schemeClr val="bg2">
                    <a:lumMod val="75000"/>
                  </a:schemeClr>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926AEA00-2D64-E177-C13E-F879B49AC353}"/>
              </a:ext>
            </a:extLst>
          </p:cNvPr>
          <p:cNvSpPr>
            <a:spLocks noGrp="1"/>
          </p:cNvSpPr>
          <p:nvPr>
            <p:ph type="subTitle" idx="1"/>
          </p:nvPr>
        </p:nvSpPr>
        <p:spPr>
          <a:xfrm>
            <a:off x="584851" y="5486400"/>
            <a:ext cx="3834743" cy="771684"/>
          </a:xfrm>
        </p:spPr>
        <p:txBody>
          <a:bodyPr vert="horz" lIns="91440" tIns="45720" rIns="91440" bIns="45720" rtlCol="0" anchor="b">
            <a:normAutofit/>
          </a:bodyPr>
          <a:lstStyle>
            <a:lvl1pPr marL="0" indent="0">
              <a:buNone/>
              <a:defRPr lang="en-US" sz="1600" cap="all" spc="100" baseline="0" dirty="0">
                <a:solidFill>
                  <a:schemeClr val="accent1"/>
                </a:solidFill>
                <a:latin typeface="+mj-lt"/>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4098519F-6576-5C5F-82CA-E9D93EB8AD91}"/>
              </a:ext>
            </a:extLst>
          </p:cNvPr>
          <p:cNvSpPr>
            <a:spLocks noGrp="1"/>
          </p:cNvSpPr>
          <p:nvPr>
            <p:ph type="ftr" sz="quarter" idx="11"/>
          </p:nvPr>
        </p:nvSpPr>
        <p:spPr>
          <a:xfrm>
            <a:off x="9334826" y="463480"/>
            <a:ext cx="2287073" cy="549316"/>
          </a:xfrm>
          <a:noFill/>
        </p:spPr>
        <p:txBody>
          <a:bodyPr/>
          <a:lstStyle>
            <a:lvl1pPr algn="r">
              <a:defRPr sz="1050"/>
            </a:lvl1pPr>
          </a:lstStyle>
          <a:p>
            <a:r>
              <a:rPr lang="en-US"/>
              <a:t>Sample Footer Text</a:t>
            </a:r>
          </a:p>
        </p:txBody>
      </p:sp>
      <p:sp>
        <p:nvSpPr>
          <p:cNvPr id="4" name="Date Placeholder 3">
            <a:extLst>
              <a:ext uri="{FF2B5EF4-FFF2-40B4-BE49-F238E27FC236}">
                <a16:creationId xmlns:a16="http://schemas.microsoft.com/office/drawing/2014/main" id="{F8C94BB4-778E-86AE-EEFF-88EE621D2809}"/>
              </a:ext>
            </a:extLst>
          </p:cNvPr>
          <p:cNvSpPr>
            <a:spLocks noGrp="1"/>
          </p:cNvSpPr>
          <p:nvPr>
            <p:ph type="dt" sz="half" idx="10"/>
          </p:nvPr>
        </p:nvSpPr>
        <p:spPr>
          <a:noFill/>
        </p:spPr>
        <p:txBody>
          <a:bodyPr/>
          <a:lstStyle/>
          <a:p>
            <a:fld id="{93C8270A-2846-4BCB-A403-59E7E90A2BA8}" type="datetime1">
              <a:rPr lang="en-US" smtClean="0"/>
              <a:t>6/18/2026</a:t>
            </a:fld>
            <a:endParaRPr lang="en-US"/>
          </a:p>
        </p:txBody>
      </p:sp>
      <p:sp>
        <p:nvSpPr>
          <p:cNvPr id="6" name="Slide Number Placeholder 5">
            <a:extLst>
              <a:ext uri="{FF2B5EF4-FFF2-40B4-BE49-F238E27FC236}">
                <a16:creationId xmlns:a16="http://schemas.microsoft.com/office/drawing/2014/main" id="{758D55B4-EFB5-E5DE-2242-A16C643CABC8}"/>
              </a:ext>
            </a:extLst>
          </p:cNvPr>
          <p:cNvSpPr>
            <a:spLocks noGrp="1"/>
          </p:cNvSpPr>
          <p:nvPr>
            <p:ph type="sldNum" sz="quarter" idx="12"/>
          </p:nvPr>
        </p:nvSpPr>
        <p:spPr>
          <a:no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6806933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D3069F5-8FDE-3652-E906-3619BF9A5D9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accent1"/>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B286"/>
              </a:solidFill>
            </a:endParaRPr>
          </a:p>
        </p:txBody>
      </p:sp>
      <p:cxnSp>
        <p:nvCxnSpPr>
          <p:cNvPr id="8" name="Straight Connector 7">
            <a:extLst>
              <a:ext uri="{FF2B5EF4-FFF2-40B4-BE49-F238E27FC236}">
                <a16:creationId xmlns:a16="http://schemas.microsoft.com/office/drawing/2014/main" id="{7F3E913D-4F8E-6F1A-DB89-A9E5CB7D266C}"/>
              </a:ext>
              <a:ext uri="{C183D7F6-B498-43B3-948B-1728B52AA6E4}">
                <adec:decorative xmlns:adec="http://schemas.microsoft.com/office/drawing/2017/decorative" val="1"/>
              </a:ext>
            </a:extLst>
          </p:cNvPr>
          <p:cNvCxnSpPr>
            <a:cxnSpLocks/>
          </p:cNvCxnSpPr>
          <p:nvPr/>
        </p:nvCxnSpPr>
        <p:spPr>
          <a:xfrm flipH="1">
            <a:off x="926297" y="6172185"/>
            <a:ext cx="10326757" cy="0"/>
          </a:xfrm>
          <a:prstGeom prst="line">
            <a:avLst/>
          </a:prstGeom>
          <a:ln w="12700">
            <a:solidFill>
              <a:schemeClr val="bg2">
                <a:alpha val="47000"/>
              </a:schemeClr>
            </a:solidFill>
          </a:ln>
        </p:spPr>
        <p:style>
          <a:lnRef idx="1">
            <a:schemeClr val="accent1"/>
          </a:lnRef>
          <a:fillRef idx="0">
            <a:schemeClr val="accent1"/>
          </a:fillRef>
          <a:effectRef idx="0">
            <a:schemeClr val="accent1"/>
          </a:effectRef>
          <a:fontRef idx="minor">
            <a:schemeClr val="tx1"/>
          </a:fontRef>
        </p:style>
      </p:cxnSp>
      <p:sp>
        <p:nvSpPr>
          <p:cNvPr id="9" name="Title 8">
            <a:extLst>
              <a:ext uri="{FF2B5EF4-FFF2-40B4-BE49-F238E27FC236}">
                <a16:creationId xmlns:a16="http://schemas.microsoft.com/office/drawing/2014/main" id="{15478846-46FB-2BEE-98D6-C903223E25CA}"/>
              </a:ext>
            </a:extLst>
          </p:cNvPr>
          <p:cNvSpPr>
            <a:spLocks noGrp="1"/>
          </p:cNvSpPr>
          <p:nvPr>
            <p:ph type="title" hasCustomPrompt="1"/>
          </p:nvPr>
        </p:nvSpPr>
        <p:spPr>
          <a:xfrm>
            <a:off x="128016" y="365760"/>
            <a:ext cx="11534790" cy="5525653"/>
          </a:xfrm>
          <a:noFill/>
        </p:spPr>
        <p:txBody>
          <a:bodyPr anchor="t">
            <a:normAutofit/>
          </a:bodyPr>
          <a:lstStyle>
            <a:lvl1pPr>
              <a:defRPr sz="11500" baseline="0">
                <a:ln>
                  <a:solidFill>
                    <a:schemeClr val="bg1"/>
                  </a:solidFill>
                </a:ln>
                <a:solidFill>
                  <a:schemeClr val="accent1"/>
                </a:solidFill>
              </a:defRPr>
            </a:lvl1pPr>
          </a:lstStyle>
          <a:p>
            <a:r>
              <a:rPr lang="en-US"/>
              <a:t>Section Header</a:t>
            </a:r>
          </a:p>
        </p:txBody>
      </p:sp>
      <p:sp>
        <p:nvSpPr>
          <p:cNvPr id="5" name="Footer Placeholder 4">
            <a:extLst>
              <a:ext uri="{FF2B5EF4-FFF2-40B4-BE49-F238E27FC236}">
                <a16:creationId xmlns:a16="http://schemas.microsoft.com/office/drawing/2014/main" id="{37A8544F-8D58-BFED-5A2B-2F718BA6F4F4}"/>
              </a:ext>
            </a:extLst>
          </p:cNvPr>
          <p:cNvSpPr>
            <a:spLocks noGrp="1"/>
          </p:cNvSpPr>
          <p:nvPr>
            <p:ph type="ftr" sz="quarter" idx="11"/>
          </p:nvPr>
        </p:nvSpPr>
        <p:spPr>
          <a:solidFill>
            <a:schemeClr val="accent1"/>
          </a:solidFill>
        </p:spPr>
        <p:txBody>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AB70139D-4890-4E0D-B3FD-098A02AB4ADF}"/>
              </a:ext>
            </a:extLst>
          </p:cNvPr>
          <p:cNvSpPr>
            <a:spLocks noGrp="1"/>
          </p:cNvSpPr>
          <p:nvPr>
            <p:ph type="dt" sz="half" idx="10"/>
          </p:nvPr>
        </p:nvSpPr>
        <p:spPr>
          <a:solidFill>
            <a:schemeClr val="accent1"/>
          </a:solidFill>
        </p:spPr>
        <p:txBody>
          <a:bodyPr/>
          <a:lstStyle>
            <a:lvl1pPr>
              <a:defRPr>
                <a:solidFill>
                  <a:schemeClr val="bg1"/>
                </a:solidFill>
              </a:defRPr>
            </a:lvl1pPr>
          </a:lstStyle>
          <a:p>
            <a:fld id="{F205D05A-BA39-4B06-B20A-BF32BF994A68}" type="datetime1">
              <a:rPr lang="en-US" smtClean="0"/>
              <a:t>6/18/2026</a:t>
            </a:fld>
            <a:endParaRPr lang="en-US"/>
          </a:p>
        </p:txBody>
      </p:sp>
      <p:sp>
        <p:nvSpPr>
          <p:cNvPr id="6" name="Slide Number Placeholder 5">
            <a:extLst>
              <a:ext uri="{FF2B5EF4-FFF2-40B4-BE49-F238E27FC236}">
                <a16:creationId xmlns:a16="http://schemas.microsoft.com/office/drawing/2014/main" id="{BA1CD1DB-3989-A34F-B5F7-DF66E018CF83}"/>
              </a:ext>
            </a:extLst>
          </p:cNvPr>
          <p:cNvSpPr>
            <a:spLocks noGrp="1"/>
          </p:cNvSpPr>
          <p:nvPr>
            <p:ph type="sldNum" sz="quarter" idx="12"/>
          </p:nvPr>
        </p:nvSpPr>
        <p:spPr>
          <a:solidFill>
            <a:schemeClr val="accent1"/>
          </a:solidFill>
        </p:spPr>
        <p:txBody>
          <a:bodyPr/>
          <a:lstStyle>
            <a:lvl1pPr>
              <a:defRPr>
                <a:solidFill>
                  <a:schemeClr val="bg1"/>
                </a:solidFill>
              </a:defRPr>
            </a:lvl1pPr>
          </a:lstStyle>
          <a:p>
            <a:fld id="{27F8DDA4-3B80-4E8A-A8F5-521F73BF9127}" type="slidenum">
              <a:rPr lang="en-US" smtClean="0"/>
              <a:t>‹#›</a:t>
            </a:fld>
            <a:endParaRPr lang="en-US"/>
          </a:p>
        </p:txBody>
      </p:sp>
    </p:spTree>
    <p:extLst>
      <p:ext uri="{BB962C8B-B14F-4D97-AF65-F5344CB8AC3E}">
        <p14:creationId xmlns:p14="http://schemas.microsoft.com/office/powerpoint/2010/main" val="40815636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Section Header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D3069F5-8FDE-3652-E906-3619BF9A5D9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accent1"/>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B286"/>
              </a:solidFill>
            </a:endParaRPr>
          </a:p>
        </p:txBody>
      </p:sp>
      <p:cxnSp>
        <p:nvCxnSpPr>
          <p:cNvPr id="8" name="Straight Connector 7">
            <a:extLst>
              <a:ext uri="{FF2B5EF4-FFF2-40B4-BE49-F238E27FC236}">
                <a16:creationId xmlns:a16="http://schemas.microsoft.com/office/drawing/2014/main" id="{7F3E913D-4F8E-6F1A-DB89-A9E5CB7D266C}"/>
              </a:ext>
              <a:ext uri="{C183D7F6-B498-43B3-948B-1728B52AA6E4}">
                <adec:decorative xmlns:adec="http://schemas.microsoft.com/office/drawing/2017/decorative" val="1"/>
              </a:ext>
            </a:extLst>
          </p:cNvPr>
          <p:cNvCxnSpPr>
            <a:cxnSpLocks/>
          </p:cNvCxnSpPr>
          <p:nvPr/>
        </p:nvCxnSpPr>
        <p:spPr>
          <a:xfrm>
            <a:off x="11506200" y="868362"/>
            <a:ext cx="0" cy="5270021"/>
          </a:xfrm>
          <a:prstGeom prst="line">
            <a:avLst/>
          </a:prstGeom>
          <a:ln w="12700">
            <a:solidFill>
              <a:schemeClr val="bg2">
                <a:alpha val="47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8907FF6-0445-6CA3-7211-D4B7444D7BC9}"/>
              </a:ext>
            </a:extLst>
          </p:cNvPr>
          <p:cNvSpPr>
            <a:spLocks noGrp="1"/>
          </p:cNvSpPr>
          <p:nvPr>
            <p:ph type="title" hasCustomPrompt="1"/>
          </p:nvPr>
        </p:nvSpPr>
        <p:spPr>
          <a:xfrm>
            <a:off x="185877" y="1062360"/>
            <a:ext cx="9948723" cy="5762371"/>
          </a:xfrm>
          <a:noFill/>
        </p:spPr>
        <p:txBody>
          <a:bodyPr bIns="0" anchor="b">
            <a:normAutofit/>
          </a:bodyPr>
          <a:lstStyle>
            <a:lvl1pPr>
              <a:lnSpc>
                <a:spcPct val="80000"/>
              </a:lnSpc>
              <a:defRPr sz="11500" spc="-170" baseline="0">
                <a:ln>
                  <a:noFill/>
                </a:ln>
                <a:solidFill>
                  <a:schemeClr val="accent2">
                    <a:lumMod val="60000"/>
                    <a:lumOff val="40000"/>
                    <a:alpha val="80000"/>
                  </a:schemeClr>
                </a:solidFill>
              </a:defRPr>
            </a:lvl1pPr>
          </a:lstStyle>
          <a:p>
            <a:r>
              <a:rPr lang="en-US"/>
              <a:t>Section Header</a:t>
            </a:r>
          </a:p>
        </p:txBody>
      </p:sp>
      <p:sp>
        <p:nvSpPr>
          <p:cNvPr id="5" name="Footer Placeholder 4">
            <a:extLst>
              <a:ext uri="{FF2B5EF4-FFF2-40B4-BE49-F238E27FC236}">
                <a16:creationId xmlns:a16="http://schemas.microsoft.com/office/drawing/2014/main" id="{37A8544F-8D58-BFED-5A2B-2F718BA6F4F4}"/>
              </a:ext>
            </a:extLst>
          </p:cNvPr>
          <p:cNvSpPr>
            <a:spLocks noGrp="1"/>
          </p:cNvSpPr>
          <p:nvPr>
            <p:ph type="ftr" sz="quarter" idx="11"/>
          </p:nvPr>
        </p:nvSpPr>
        <p:spPr>
          <a:xfrm>
            <a:off x="9677400" y="618213"/>
            <a:ext cx="1941441" cy="444147"/>
          </a:xfrm>
          <a:solidFill>
            <a:schemeClr val="accent1"/>
          </a:solidFill>
        </p:spPr>
        <p:txBody>
          <a:bodyPr anchor="t"/>
          <a:lstStyle>
            <a:lvl1pPr algn="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AB70139D-4890-4E0D-B3FD-098A02AB4ADF}"/>
              </a:ext>
            </a:extLst>
          </p:cNvPr>
          <p:cNvSpPr>
            <a:spLocks noGrp="1"/>
          </p:cNvSpPr>
          <p:nvPr>
            <p:ph type="dt" sz="half" idx="10"/>
          </p:nvPr>
        </p:nvSpPr>
        <p:spPr>
          <a:xfrm>
            <a:off x="10134600" y="5991663"/>
            <a:ext cx="1079954" cy="365125"/>
          </a:xfrm>
          <a:solidFill>
            <a:schemeClr val="accent1"/>
          </a:solidFill>
        </p:spPr>
        <p:txBody>
          <a:bodyPr/>
          <a:lstStyle>
            <a:lvl1pPr>
              <a:defRPr>
                <a:solidFill>
                  <a:schemeClr val="bg1"/>
                </a:solidFill>
              </a:defRPr>
            </a:lvl1pPr>
          </a:lstStyle>
          <a:p>
            <a:fld id="{3FC4DBFB-5124-40F9-A2E3-2D0FD410E55D}" type="datetime1">
              <a:rPr lang="en-US" smtClean="0"/>
              <a:t>6/18/2026</a:t>
            </a:fld>
            <a:endParaRPr lang="en-US"/>
          </a:p>
        </p:txBody>
      </p:sp>
      <p:sp>
        <p:nvSpPr>
          <p:cNvPr id="6" name="Slide Number Placeholder 5">
            <a:extLst>
              <a:ext uri="{FF2B5EF4-FFF2-40B4-BE49-F238E27FC236}">
                <a16:creationId xmlns:a16="http://schemas.microsoft.com/office/drawing/2014/main" id="{BA1CD1DB-3989-A34F-B5F7-DF66E018CF83}"/>
              </a:ext>
            </a:extLst>
          </p:cNvPr>
          <p:cNvSpPr>
            <a:spLocks noGrp="1"/>
          </p:cNvSpPr>
          <p:nvPr>
            <p:ph type="sldNum" sz="quarter" idx="12"/>
          </p:nvPr>
        </p:nvSpPr>
        <p:spPr>
          <a:xfrm>
            <a:off x="11210544" y="5991663"/>
            <a:ext cx="429372" cy="365125"/>
          </a:xfrm>
          <a:solidFill>
            <a:schemeClr val="accent1"/>
          </a:solidFill>
        </p:spPr>
        <p:txBody>
          <a:bodyPr/>
          <a:lstStyle>
            <a:lvl1pPr>
              <a:defRPr>
                <a:solidFill>
                  <a:schemeClr val="bg1"/>
                </a:solidFill>
              </a:defRPr>
            </a:lvl1pPr>
          </a:lstStyle>
          <a:p>
            <a:fld id="{27F8DDA4-3B80-4E8A-A8F5-521F73BF9127}" type="slidenum">
              <a:rPr lang="en-US" smtClean="0"/>
              <a:t>‹#›</a:t>
            </a:fld>
            <a:endParaRPr lang="en-US"/>
          </a:p>
        </p:txBody>
      </p:sp>
    </p:spTree>
    <p:extLst>
      <p:ext uri="{BB962C8B-B14F-4D97-AF65-F5344CB8AC3E}">
        <p14:creationId xmlns:p14="http://schemas.microsoft.com/office/powerpoint/2010/main" val="13293119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53CEDCC-8645-A5B4-D871-D690615124B2}"/>
              </a:ext>
              <a:ext uri="{C183D7F6-B498-43B3-948B-1728B52AA6E4}">
                <adec:decorative xmlns:adec="http://schemas.microsoft.com/office/drawing/2017/decorative" val="1"/>
              </a:ext>
            </a:extLst>
          </p:cNvPr>
          <p:cNvSpPr/>
          <p:nvPr/>
        </p:nvSpPr>
        <p:spPr>
          <a:xfrm>
            <a:off x="1" y="0"/>
            <a:ext cx="12191996" cy="6858000"/>
          </a:xfrm>
          <a:prstGeom prst="rect">
            <a:avLst/>
          </a:prstGeom>
          <a:solidFill>
            <a:schemeClr val="bg2">
              <a:lumMod val="9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cxnSp>
        <p:nvCxnSpPr>
          <p:cNvPr id="9" name="Straight Connector 8">
            <a:extLst>
              <a:ext uri="{FF2B5EF4-FFF2-40B4-BE49-F238E27FC236}">
                <a16:creationId xmlns:a16="http://schemas.microsoft.com/office/drawing/2014/main" id="{65A45860-DB3A-9EDB-7B6D-FBF1001212E9}"/>
              </a:ext>
              <a:ext uri="{C183D7F6-B498-43B3-948B-1728B52AA6E4}">
                <adec:decorative xmlns:adec="http://schemas.microsoft.com/office/drawing/2017/decorative" val="1"/>
              </a:ext>
            </a:extLst>
          </p:cNvPr>
          <p:cNvCxnSpPr>
            <a:cxnSpLocks/>
          </p:cNvCxnSpPr>
          <p:nvPr/>
        </p:nvCxnSpPr>
        <p:spPr>
          <a:xfrm flipH="1">
            <a:off x="1321906" y="685800"/>
            <a:ext cx="10184294" cy="0"/>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CC2FAA59-861A-3F3D-3441-F663554088BE}"/>
              </a:ext>
              <a:ext uri="{C183D7F6-B498-43B3-948B-1728B52AA6E4}">
                <adec:decorative xmlns:adec="http://schemas.microsoft.com/office/drawing/2017/decorative" val="1"/>
              </a:ext>
            </a:extLst>
          </p:cNvPr>
          <p:cNvSpPr/>
          <p:nvPr/>
        </p:nvSpPr>
        <p:spPr>
          <a:xfrm>
            <a:off x="4724403" y="2043904"/>
            <a:ext cx="7467597" cy="481409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rot="16200000">
            <a:off x="-1406175" y="2720396"/>
            <a:ext cx="5645423" cy="2494309"/>
          </a:xfrm>
          <a:solidFill>
            <a:schemeClr val="bg2">
              <a:lumMod val="90000"/>
            </a:schemeClr>
          </a:solidFill>
        </p:spPr>
        <p:txBody>
          <a:bodyPr vert="horz" lIns="91440" tIns="45720" rIns="91440" bIns="137160" rtlCol="0" anchor="t">
            <a:normAutofit/>
          </a:bodyPr>
          <a:lstStyle>
            <a:lvl1pPr>
              <a:defRPr lang="en-US" sz="12000" dirty="0">
                <a:solidFill>
                  <a:schemeClr val="accent2"/>
                </a:solidFill>
              </a:defRPr>
            </a:lvl1pPr>
          </a:lstStyle>
          <a:p>
            <a:pPr lvl="0"/>
            <a:r>
              <a:rPr lang="en-US"/>
              <a:t>Agenda</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586410" y="569843"/>
            <a:ext cx="1470992" cy="541698"/>
          </a:xfrm>
          <a:solidFill>
            <a:schemeClr val="bg2">
              <a:lumMod val="90000"/>
            </a:schemeClr>
          </a:solidFill>
        </p:spPr>
        <p:txBody>
          <a:bodyPr anchor="t"/>
          <a:lstStyle>
            <a:lvl1pPr algn="l">
              <a:defRPr sz="1050"/>
            </a:lvl1pPr>
          </a:lstStyle>
          <a:p>
            <a:r>
              <a:rPr lang="en-US"/>
              <a:t>Sample Footer Text</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5410198" y="2743202"/>
            <a:ext cx="6096001" cy="3467098"/>
          </a:xfrm>
        </p:spPr>
        <p:txBody>
          <a:bodyPr>
            <a:normAutofit/>
          </a:bodyPr>
          <a:lstStyle>
            <a:lvl1pPr marL="342900" indent="-342900">
              <a:buClr>
                <a:schemeClr val="accent2"/>
              </a:buClr>
              <a:buFont typeface="+mj-lt"/>
              <a:buAutoNum type="arabicPeriod"/>
              <a:defRPr sz="1800"/>
            </a:lvl1pPr>
            <a:lvl2pPr marL="800100" indent="-342900">
              <a:buClr>
                <a:schemeClr val="accent2"/>
              </a:buClr>
              <a:buFont typeface="+mj-lt"/>
              <a:buAutoNum type="arabicPeriod"/>
              <a:defRPr sz="1600"/>
            </a:lvl2pPr>
            <a:lvl3pPr marL="1257300" indent="-342900">
              <a:buClr>
                <a:schemeClr val="accent2"/>
              </a:buClr>
              <a:buFont typeface="+mj-lt"/>
              <a:buAutoNum type="arabicPeriod"/>
              <a:defRPr sz="1400"/>
            </a:lvl3pPr>
            <a:lvl4pPr>
              <a:buClr>
                <a:schemeClr val="accent2"/>
              </a:buClr>
              <a:buFont typeface="+mj-lt"/>
              <a:buAutoNum type="arabicPeriod"/>
              <a:defRPr sz="1200"/>
            </a:lvl4pPr>
            <a:lvl5pPr>
              <a:buClr>
                <a:schemeClr val="accent2"/>
              </a:buClr>
              <a:buFont typeface="+mj-lt"/>
              <a:buAutoNum type="arabicPeriod"/>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9900458" y="413627"/>
            <a:ext cx="1256738" cy="545500"/>
          </a:xfrm>
          <a:solidFill>
            <a:schemeClr val="bg2">
              <a:lumMod val="90000"/>
            </a:schemeClr>
          </a:solidFill>
        </p:spPr>
        <p:txBody>
          <a:bodyPr/>
          <a:lstStyle/>
          <a:p>
            <a:fld id="{6C2206C6-C6B2-4E06-A7AA-7F308C2F851D}" type="datetime1">
              <a:rPr lang="en-US" smtClean="0"/>
              <a:t>6/18/2026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157196" y="413627"/>
            <a:ext cx="429372" cy="545500"/>
          </a:xfrm>
          <a:solidFill>
            <a:schemeClr val="bg2">
              <a:lumMod val="90000"/>
            </a:schemeClr>
          </a:solid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29852582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Agenda with Pictur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53CEDCC-8645-A5B4-D871-D690615124B2}"/>
              </a:ext>
              <a:ext uri="{C183D7F6-B498-43B3-948B-1728B52AA6E4}">
                <adec:decorative xmlns:adec="http://schemas.microsoft.com/office/drawing/2017/decorative" val="1"/>
              </a:ext>
            </a:extLst>
          </p:cNvPr>
          <p:cNvSpPr/>
          <p:nvPr/>
        </p:nvSpPr>
        <p:spPr>
          <a:xfrm>
            <a:off x="1" y="0"/>
            <a:ext cx="12191996" cy="6858000"/>
          </a:xfrm>
          <a:prstGeom prst="rect">
            <a:avLst/>
          </a:prstGeom>
          <a:solidFill>
            <a:schemeClr val="bg2">
              <a:lumMod val="9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sp>
        <p:nvSpPr>
          <p:cNvPr id="8" name="Rectangle 7">
            <a:extLst>
              <a:ext uri="{FF2B5EF4-FFF2-40B4-BE49-F238E27FC236}">
                <a16:creationId xmlns:a16="http://schemas.microsoft.com/office/drawing/2014/main" id="{CC2FAA59-861A-3F3D-3441-F663554088BE}"/>
              </a:ext>
              <a:ext uri="{C183D7F6-B498-43B3-948B-1728B52AA6E4}">
                <adec:decorative xmlns:adec="http://schemas.microsoft.com/office/drawing/2017/decorative" val="1"/>
              </a:ext>
            </a:extLst>
          </p:cNvPr>
          <p:cNvSpPr/>
          <p:nvPr/>
        </p:nvSpPr>
        <p:spPr>
          <a:xfrm>
            <a:off x="1371603" y="3415504"/>
            <a:ext cx="10820397" cy="344249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65A45860-DB3A-9EDB-7B6D-FBF1001212E9}"/>
              </a:ext>
              <a:ext uri="{C183D7F6-B498-43B3-948B-1728B52AA6E4}">
                <adec:decorative xmlns:adec="http://schemas.microsoft.com/office/drawing/2017/decorative" val="1"/>
              </a:ext>
            </a:extLst>
          </p:cNvPr>
          <p:cNvCxnSpPr>
            <a:cxnSpLocks/>
          </p:cNvCxnSpPr>
          <p:nvPr/>
        </p:nvCxnSpPr>
        <p:spPr>
          <a:xfrm flipV="1">
            <a:off x="11506200" y="1113182"/>
            <a:ext cx="0" cy="1704012"/>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146306" y="182880"/>
            <a:ext cx="7930892" cy="2238587"/>
          </a:xfrm>
          <a:noFill/>
        </p:spPr>
        <p:txBody>
          <a:bodyPr anchor="t">
            <a:normAutofit/>
          </a:bodyPr>
          <a:lstStyle>
            <a:lvl1pPr>
              <a:defRPr sz="12000" spc="-50" baseline="0">
                <a:solidFill>
                  <a:schemeClr val="accent2"/>
                </a:solidFill>
              </a:defRPr>
            </a:lvl1pPr>
          </a:lstStyle>
          <a:p>
            <a:r>
              <a:rPr lang="en-US"/>
              <a:t>Agenda</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1804946" y="3840480"/>
            <a:ext cx="6543924" cy="2536466"/>
          </a:xfrm>
        </p:spPr>
        <p:txBody>
          <a:bodyPr>
            <a:normAutofit/>
          </a:bodyPr>
          <a:lstStyle>
            <a:lvl1pPr marL="342900" indent="-342900">
              <a:buClr>
                <a:schemeClr val="accent2"/>
              </a:buClr>
              <a:buFont typeface="+mj-lt"/>
              <a:buAutoNum type="arabicPeriod"/>
              <a:defRPr sz="1800"/>
            </a:lvl1pPr>
            <a:lvl2pPr marL="800100" indent="-342900">
              <a:buClr>
                <a:schemeClr val="accent2"/>
              </a:buClr>
              <a:buFont typeface="+mj-lt"/>
              <a:buAutoNum type="arabicPeriod"/>
              <a:defRPr sz="1600"/>
            </a:lvl2pPr>
            <a:lvl3pPr marL="1257300" indent="-342900">
              <a:buClr>
                <a:schemeClr val="accent2"/>
              </a:buClr>
              <a:buFont typeface="+mj-lt"/>
              <a:buAutoNum type="arabicPeriod"/>
              <a:defRPr sz="1400"/>
            </a:lvl3pPr>
            <a:lvl4pPr>
              <a:buClr>
                <a:schemeClr val="accent2"/>
              </a:buClr>
              <a:buFont typeface="+mj-lt"/>
              <a:buAutoNum type="arabicPeriod"/>
              <a:defRPr sz="1200"/>
            </a:lvl4pPr>
            <a:lvl5pPr>
              <a:buClr>
                <a:schemeClr val="accent2"/>
              </a:buClr>
              <a:buFont typeface="+mj-lt"/>
              <a:buAutoNum type="arabicPeriod"/>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10134611" y="612381"/>
            <a:ext cx="1484228" cy="479352"/>
          </a:xfrm>
          <a:noFill/>
        </p:spPr>
        <p:txBody>
          <a:bodyPr anchor="t"/>
          <a:lstStyle>
            <a:lvl1pPr algn="r">
              <a:defRPr sz="1050"/>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9933512" y="2756699"/>
            <a:ext cx="1256738" cy="423823"/>
          </a:xfrm>
          <a:solidFill>
            <a:schemeClr val="bg2">
              <a:lumMod val="90000"/>
            </a:schemeClr>
          </a:solidFill>
        </p:spPr>
        <p:txBody>
          <a:bodyPr anchor="ctr"/>
          <a:lstStyle>
            <a:lvl1pPr algn="r">
              <a:defRPr/>
            </a:lvl1pPr>
          </a:lstStyle>
          <a:p>
            <a:fld id="{D1188C7A-78DB-4967-8643-716598F25D97}" type="datetime1">
              <a:rPr lang="en-US" smtClean="0"/>
              <a:t>6/18/2026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10544" y="2756699"/>
            <a:ext cx="429372" cy="423823"/>
          </a:xfrm>
          <a:solidFill>
            <a:schemeClr val="bg2">
              <a:lumMod val="90000"/>
            </a:schemeClr>
          </a:solidFill>
        </p:spPr>
        <p:txBody>
          <a:bodyPr/>
          <a:lstStyle/>
          <a:p>
            <a:fld id="{27F8DDA4-3B80-4E8A-A8F5-521F73BF9127}" type="slidenum">
              <a:rPr lang="en-US" smtClean="0"/>
              <a:t>‹#›</a:t>
            </a:fld>
            <a:endParaRPr lang="en-US"/>
          </a:p>
        </p:txBody>
      </p:sp>
      <p:sp>
        <p:nvSpPr>
          <p:cNvPr id="14" name="Picture Placeholder 13">
            <a:extLst>
              <a:ext uri="{FF2B5EF4-FFF2-40B4-BE49-F238E27FC236}">
                <a16:creationId xmlns:a16="http://schemas.microsoft.com/office/drawing/2014/main" id="{1DA62460-475C-38E7-135D-916B98438D09}"/>
              </a:ext>
            </a:extLst>
          </p:cNvPr>
          <p:cNvSpPr>
            <a:spLocks noGrp="1"/>
          </p:cNvSpPr>
          <p:nvPr>
            <p:ph type="pic" sz="quarter" idx="13" hasCustomPrompt="1"/>
          </p:nvPr>
        </p:nvSpPr>
        <p:spPr>
          <a:xfrm>
            <a:off x="8763000" y="3415504"/>
            <a:ext cx="3429000" cy="3442496"/>
          </a:xfrm>
          <a:blipFill>
            <a:blip r:embed="rId2">
              <a:alphaModFix amt="70000"/>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28975791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Agenda with Picture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53CEDCC-8645-A5B4-D871-D690615124B2}"/>
              </a:ext>
              <a:ext uri="{C183D7F6-B498-43B3-948B-1728B52AA6E4}">
                <adec:decorative xmlns:adec="http://schemas.microsoft.com/office/drawing/2017/decorative" val="1"/>
              </a:ext>
            </a:extLst>
          </p:cNvPr>
          <p:cNvSpPr/>
          <p:nvPr/>
        </p:nvSpPr>
        <p:spPr>
          <a:xfrm>
            <a:off x="0" y="0"/>
            <a:ext cx="12191997" cy="6858000"/>
          </a:xfrm>
          <a:prstGeom prst="rect">
            <a:avLst/>
          </a:prstGeom>
          <a:solidFill>
            <a:schemeClr val="bg2">
              <a:lumMod val="9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sp>
        <p:nvSpPr>
          <p:cNvPr id="8" name="Rectangle 7">
            <a:extLst>
              <a:ext uri="{FF2B5EF4-FFF2-40B4-BE49-F238E27FC236}">
                <a16:creationId xmlns:a16="http://schemas.microsoft.com/office/drawing/2014/main" id="{CC2FAA59-861A-3F3D-3441-F663554088BE}"/>
              </a:ext>
              <a:ext uri="{C183D7F6-B498-43B3-948B-1728B52AA6E4}">
                <adec:decorative xmlns:adec="http://schemas.microsoft.com/office/drawing/2017/decorative" val="1"/>
              </a:ext>
            </a:extLst>
          </p:cNvPr>
          <p:cNvSpPr/>
          <p:nvPr/>
        </p:nvSpPr>
        <p:spPr>
          <a:xfrm>
            <a:off x="1098960" y="3429002"/>
            <a:ext cx="11093040" cy="342899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65A45860-DB3A-9EDB-7B6D-FBF1001212E9}"/>
              </a:ext>
              <a:ext uri="{C183D7F6-B498-43B3-948B-1728B52AA6E4}">
                <adec:decorative xmlns:adec="http://schemas.microsoft.com/office/drawing/2017/decorative" val="1"/>
              </a:ext>
            </a:extLst>
          </p:cNvPr>
          <p:cNvCxnSpPr>
            <a:cxnSpLocks/>
          </p:cNvCxnSpPr>
          <p:nvPr/>
        </p:nvCxnSpPr>
        <p:spPr>
          <a:xfrm>
            <a:off x="11506200" y="685800"/>
            <a:ext cx="0" cy="5486400"/>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146306" y="182881"/>
            <a:ext cx="8320359" cy="2204720"/>
          </a:xfrm>
          <a:noFill/>
        </p:spPr>
        <p:txBody>
          <a:bodyPr anchor="t">
            <a:normAutofit/>
          </a:bodyPr>
          <a:lstStyle>
            <a:lvl1pPr>
              <a:defRPr sz="12400">
                <a:solidFill>
                  <a:schemeClr val="bg2"/>
                </a:solidFill>
              </a:defRPr>
            </a:lvl1pPr>
          </a:lstStyle>
          <a:p>
            <a:r>
              <a:rPr lang="en-US"/>
              <a:t>Agenda</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9561444" y="612065"/>
            <a:ext cx="2057397" cy="489061"/>
          </a:xfrm>
          <a:solidFill>
            <a:schemeClr val="bg2">
              <a:lumMod val="90000"/>
            </a:schemeClr>
          </a:solidFill>
        </p:spPr>
        <p:txBody>
          <a:bodyPr anchor="t"/>
          <a:lstStyle>
            <a:lvl1pPr algn="r">
              <a:defRPr sz="1050"/>
            </a:lvl1pPr>
          </a:lstStyle>
          <a:p>
            <a:r>
              <a:rPr lang="en-US"/>
              <a:t>Sample Footer Text</a:t>
            </a:r>
          </a:p>
        </p:txBody>
      </p:sp>
      <p:sp>
        <p:nvSpPr>
          <p:cNvPr id="12" name="Picture Placeholder 11">
            <a:extLst>
              <a:ext uri="{FF2B5EF4-FFF2-40B4-BE49-F238E27FC236}">
                <a16:creationId xmlns:a16="http://schemas.microsoft.com/office/drawing/2014/main" id="{45746446-87C7-9BD2-BA30-C87D25C67AAA}"/>
              </a:ext>
            </a:extLst>
          </p:cNvPr>
          <p:cNvSpPr>
            <a:spLocks noGrp="1"/>
          </p:cNvSpPr>
          <p:nvPr>
            <p:ph type="pic" sz="quarter" idx="13" hasCustomPrompt="1"/>
          </p:nvPr>
        </p:nvSpPr>
        <p:spPr>
          <a:xfrm>
            <a:off x="1098550" y="3429000"/>
            <a:ext cx="3702050" cy="3443288"/>
          </a:xfrm>
          <a:blipFill>
            <a:blip r:embed="rId2">
              <a:alphaModFix amt="70000"/>
            </a:blip>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5351231" y="3904090"/>
            <a:ext cx="5805964" cy="2268110"/>
          </a:xfrm>
        </p:spPr>
        <p:txBody>
          <a:bodyPr>
            <a:normAutofit/>
          </a:bodyPr>
          <a:lstStyle>
            <a:lvl1pPr marL="342900" indent="-342900">
              <a:buClr>
                <a:schemeClr val="accent2"/>
              </a:buClr>
              <a:buFont typeface="+mj-lt"/>
              <a:buAutoNum type="arabicPeriod"/>
              <a:defRPr sz="1800"/>
            </a:lvl1pPr>
            <a:lvl2pPr marL="800100" indent="-342900">
              <a:buClr>
                <a:schemeClr val="accent2"/>
              </a:buClr>
              <a:buFont typeface="+mj-lt"/>
              <a:buAutoNum type="arabicPeriod"/>
              <a:defRPr sz="1600"/>
            </a:lvl2pPr>
            <a:lvl3pPr marL="1257300" indent="-342900">
              <a:buClr>
                <a:schemeClr val="accent2"/>
              </a:buClr>
              <a:buFont typeface="+mj-lt"/>
              <a:buAutoNum type="arabicPeriod"/>
              <a:defRPr sz="1400"/>
            </a:lvl3pPr>
            <a:lvl4pPr>
              <a:buClr>
                <a:schemeClr val="accent2"/>
              </a:buClr>
              <a:buFont typeface="+mj-lt"/>
              <a:buAutoNum type="arabicPeriod"/>
              <a:defRPr sz="1200"/>
            </a:lvl4pPr>
            <a:lvl5pPr>
              <a:buClr>
                <a:schemeClr val="accent2"/>
              </a:buClr>
              <a:buFont typeface="+mj-lt"/>
              <a:buAutoNum type="arabicPeriod"/>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9957816" y="5888658"/>
            <a:ext cx="1256738" cy="545500"/>
          </a:xfrm>
          <a:noFill/>
        </p:spPr>
        <p:txBody>
          <a:bodyPr/>
          <a:lstStyle/>
          <a:p>
            <a:fld id="{CF3028B4-C775-4D6E-9ECF-E9C671E76E75}" type="datetime1">
              <a:rPr lang="en-US" smtClean="0"/>
              <a:t>6/18/2026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10544" y="5888658"/>
            <a:ext cx="429372" cy="545500"/>
          </a:xfrm>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37715003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obj"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3800915" y="1001865"/>
            <a:ext cx="4683538" cy="1596220"/>
          </a:xfrm>
          <a:noFill/>
        </p:spPr>
        <p:txBody>
          <a:bodyPr anchor="b"/>
          <a:lstStyle>
            <a:lvl1pPr algn="ct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3804557" y="3192236"/>
            <a:ext cx="4679897" cy="1694395"/>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noFill/>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noFill/>
        </p:spPr>
        <p:txBody>
          <a:bodyPr/>
          <a:lstStyle/>
          <a:p>
            <a:fld id="{A3EC7C9B-995E-4643-8C14-3CF0B0A04E72}" type="datetime1">
              <a:rPr lang="en-US" smtClean="0"/>
              <a:t>6/18/2026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p>
            <a:fld id="{27F8DDA4-3B80-4E8A-A8F5-521F73BF9127}" type="slidenum">
              <a:rPr lang="en-US" smtClean="0"/>
              <a:t>‹#›</a:t>
            </a:fld>
            <a:endParaRPr lang="en-US"/>
          </a:p>
        </p:txBody>
      </p:sp>
      <p:cxnSp>
        <p:nvCxnSpPr>
          <p:cNvPr id="8" name="Straight Connector 7">
            <a:extLst>
              <a:ext uri="{FF2B5EF4-FFF2-40B4-BE49-F238E27FC236}">
                <a16:creationId xmlns:a16="http://schemas.microsoft.com/office/drawing/2014/main" id="{64C8F070-E2F8-52B0-F70E-3C62AB5B4E40}"/>
              </a:ext>
              <a:ext uri="{C183D7F6-B498-43B3-948B-1728B52AA6E4}">
                <adec:decorative xmlns:adec="http://schemas.microsoft.com/office/drawing/2017/decorative" val="1"/>
              </a:ext>
            </a:extLst>
          </p:cNvPr>
          <p:cNvCxnSpPr>
            <a:cxnSpLocks/>
          </p:cNvCxnSpPr>
          <p:nvPr/>
        </p:nvCxnSpPr>
        <p:spPr>
          <a:xfrm flipV="1">
            <a:off x="6130458" y="2598084"/>
            <a:ext cx="3642" cy="47907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673370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obj"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1371602" y="1028700"/>
            <a:ext cx="4381494" cy="1526721"/>
          </a:xfrm>
          <a:noFill/>
        </p:spPr>
        <p:txBody>
          <a:bodyPr anchor="b"/>
          <a:lstStyle>
            <a:lvl1pPr algn="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5864680" y="2743200"/>
            <a:ext cx="4035776" cy="2202515"/>
          </a:xfrm>
        </p:spPr>
        <p:txBody>
          <a:bodyPr anchor="b"/>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noFill/>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noFill/>
        </p:spPr>
        <p:txBody>
          <a:bodyPr/>
          <a:lstStyle/>
          <a:p>
            <a:fld id="{EB6F6598-C52E-418B-8497-C4DAE4F0985A}" type="datetime1">
              <a:rPr lang="en-US" smtClean="0"/>
              <a:t>6/18/2026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p>
            <a:fld id="{27F8DDA4-3B80-4E8A-A8F5-521F73BF9127}" type="slidenum">
              <a:rPr lang="en-US" smtClean="0"/>
              <a:t>‹#›</a:t>
            </a:fld>
            <a:endParaRPr lang="en-US"/>
          </a:p>
        </p:txBody>
      </p:sp>
      <p:cxnSp>
        <p:nvCxnSpPr>
          <p:cNvPr id="8" name="Straight Connector 7">
            <a:extLst>
              <a:ext uri="{FF2B5EF4-FFF2-40B4-BE49-F238E27FC236}">
                <a16:creationId xmlns:a16="http://schemas.microsoft.com/office/drawing/2014/main" id="{4DD4A231-1FAB-F0A7-7593-DC4A555F55FB}"/>
              </a:ext>
              <a:ext uri="{C183D7F6-B498-43B3-948B-1728B52AA6E4}">
                <adec:decorative xmlns:adec="http://schemas.microsoft.com/office/drawing/2017/decorative" val="1"/>
              </a:ext>
            </a:extLst>
          </p:cNvPr>
          <p:cNvCxnSpPr>
            <a:cxnSpLocks/>
          </p:cNvCxnSpPr>
          <p:nvPr/>
        </p:nvCxnSpPr>
        <p:spPr>
          <a:xfrm flipV="1">
            <a:off x="5486400" y="2743200"/>
            <a:ext cx="0" cy="2202516"/>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111571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1371601" y="2057399"/>
            <a:ext cx="3429000" cy="1868557"/>
          </a:xfrm>
          <a:noFill/>
        </p:spPr>
        <p:txBody>
          <a:bodyPr anchor="t"/>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5486400" y="2057401"/>
            <a:ext cx="4648200" cy="2743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p:txBody>
          <a:bodyPr/>
          <a:lstStyle/>
          <a:p>
            <a:fld id="{2E394BC2-7D23-4352-8AF3-6A490B666FB8}" type="datetime1">
              <a:rPr lang="en-US" smtClean="0"/>
              <a:t>6/18/2026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129765269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1371601" y="1027622"/>
            <a:ext cx="3429000" cy="1868557"/>
          </a:xfrm>
          <a:noFill/>
        </p:spPr>
        <p:txBody>
          <a:bodyPr anchor="t"/>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5486400" y="1027623"/>
            <a:ext cx="4648200" cy="448453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p:txBody>
          <a:bodyPr/>
          <a:lstStyle/>
          <a:p>
            <a:fld id="{C3EE3A63-0174-4F36-AB66-61B83C7C9647}" type="datetime1">
              <a:rPr lang="en-US" smtClean="0"/>
              <a:t>6/18/2026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414721912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1031915"/>
            <a:ext cx="3968496" cy="1494845"/>
          </a:xfrm>
          <a:noFill/>
        </p:spPr>
        <p:txBody>
          <a:bodyPr anchor="t"/>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5090020" y="1001865"/>
            <a:ext cx="6416180" cy="468331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7"/>
            <a:ext cx="1179576" cy="365125"/>
          </a:xfrm>
        </p:spPr>
        <p:txBody>
          <a:bodyPr/>
          <a:lstStyle/>
          <a:p>
            <a:fld id="{4758A600-6D87-4303-8A2F-171F72E22375}" type="datetime1">
              <a:rPr lang="en-US" smtClean="0"/>
              <a:t>6/18/2026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43388077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650915"/>
            <a:ext cx="3054096" cy="1711285"/>
          </a:xfrm>
          <a:noFill/>
        </p:spPr>
        <p:txBody>
          <a:bodyPr anchor="t"/>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4026716" y="650915"/>
            <a:ext cx="7479484" cy="5216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7"/>
            <a:ext cx="1179576" cy="365125"/>
          </a:xfrm>
        </p:spPr>
        <p:txBody>
          <a:bodyPr/>
          <a:lstStyle/>
          <a:p>
            <a:fld id="{E2E51BF4-D56D-4D12-A5A9-E780D160D1C6}" type="datetime1">
              <a:rPr lang="en-US" smtClean="0"/>
              <a:t>6/18/2026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267958768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0" y="0"/>
            <a:ext cx="3124200" cy="6858000"/>
          </a:xfrm>
          <a:blipFill>
            <a:blip r:embed="rId2">
              <a:alphaModFix amt="70000"/>
            </a:blip>
            <a:stretch>
              <a:fillRect/>
            </a:stretch>
          </a:blipFill>
        </p:spPr>
        <p:txBody>
          <a:bodyPr/>
          <a:lstStyle>
            <a:lvl1pPr marL="0" indent="0">
              <a:buNone/>
              <a:defRPr/>
            </a:lvl1pPr>
          </a:lstStyle>
          <a:p>
            <a:r>
              <a:rPr lang="en-US"/>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2438400" y="0"/>
            <a:ext cx="7391400" cy="1207008"/>
          </a:xfrm>
        </p:spPr>
        <p:txBody>
          <a:bodyPr lIns="137160" tIns="137160" bIns="91440" anchor="b"/>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3733800" y="1367622"/>
            <a:ext cx="7929006" cy="44775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0" name="Straight Connector 9">
            <a:extLst>
              <a:ext uri="{FF2B5EF4-FFF2-40B4-BE49-F238E27FC236}">
                <a16:creationId xmlns:a16="http://schemas.microsoft.com/office/drawing/2014/main" id="{BB460515-4779-2CA9-5335-1F4AD158B79D}"/>
              </a:ext>
              <a:ext uri="{C183D7F6-B498-43B3-948B-1728B52AA6E4}">
                <adec:decorative xmlns:adec="http://schemas.microsoft.com/office/drawing/2017/decorative" val="1"/>
              </a:ext>
            </a:extLst>
          </p:cNvPr>
          <p:cNvCxnSpPr>
            <a:cxnSpLocks/>
          </p:cNvCxnSpPr>
          <p:nvPr/>
        </p:nvCxnSpPr>
        <p:spPr>
          <a:xfrm>
            <a:off x="3810000" y="6210300"/>
            <a:ext cx="7696200" cy="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3657601" y="6029868"/>
            <a:ext cx="2024542" cy="365125"/>
          </a:xfrm>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p:spPr>
        <p:txBody>
          <a:bodyPr/>
          <a:lstStyle/>
          <a:p>
            <a:fld id="{FBFC4637-11C9-448C-8D4C-0CD0AE46C949}" type="datetime1">
              <a:rPr lang="en-US" smtClean="0"/>
              <a:t>6/18/2026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275426045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553299"/>
            <a:ext cx="8159496" cy="659274"/>
          </a:xfrm>
          <a:noFill/>
        </p:spPr>
        <p:txBody>
          <a:bodyPr/>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5432" y="1371601"/>
            <a:ext cx="8157568" cy="46542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p:spPr>
        <p:txBody>
          <a:bodyPr/>
          <a:lstStyle/>
          <a:p>
            <a:fld id="{A642D680-A112-485C-AB9D-C4786EC59251}" type="datetime1">
              <a:rPr lang="en-US" smtClean="0"/>
              <a:t>6/18/2026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38206" y="6029868"/>
            <a:ext cx="429372" cy="365125"/>
          </a:xfrm>
        </p:spPr>
        <p:txBody>
          <a:bodyPr/>
          <a:lstStyle/>
          <a:p>
            <a:fld id="{27F8DDA4-3B80-4E8A-A8F5-521F73BF9127}" type="slidenum">
              <a:rPr lang="en-US" smtClean="0"/>
              <a:t>‹#›</a:t>
            </a:fld>
            <a:endParaRPr lang="en-US"/>
          </a:p>
        </p:txBody>
      </p:sp>
      <p:sp>
        <p:nvSpPr>
          <p:cNvPr id="16" name="Picture Placeholder 15">
            <a:extLst>
              <a:ext uri="{FF2B5EF4-FFF2-40B4-BE49-F238E27FC236}">
                <a16:creationId xmlns:a16="http://schemas.microsoft.com/office/drawing/2014/main" id="{16CAFF7D-6BAD-AE1B-CFE3-A9AB4D8667C6}"/>
              </a:ext>
            </a:extLst>
          </p:cNvPr>
          <p:cNvSpPr>
            <a:spLocks noGrp="1"/>
          </p:cNvSpPr>
          <p:nvPr>
            <p:ph type="pic" sz="quarter" idx="13" hasCustomPrompt="1"/>
          </p:nvPr>
        </p:nvSpPr>
        <p:spPr>
          <a:xfrm>
            <a:off x="9448799" y="0"/>
            <a:ext cx="2743201" cy="5562600"/>
          </a:xfrm>
          <a:blipFill>
            <a:blip r:embed="rId2">
              <a:alphaModFix amt="70000"/>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42003719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0" y="0"/>
            <a:ext cx="5486400" cy="5562600"/>
          </a:xfrm>
          <a:blipFill>
            <a:blip r:embed="rId2">
              <a:alphaModFix amt="70000"/>
            </a:blip>
            <a:stretch>
              <a:fillRect/>
            </a:stretch>
          </a:blipFill>
        </p:spPr>
        <p:txBody>
          <a:bodyPr/>
          <a:lstStyle>
            <a:lvl1pPr marL="0" indent="0">
              <a:buNone/>
              <a:defRPr/>
            </a:lvl1pPr>
          </a:lstStyle>
          <a:p>
            <a:r>
              <a:rPr lang="en-US"/>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5063318" y="0"/>
            <a:ext cx="4385481" cy="1796124"/>
          </a:xfrm>
        </p:spPr>
        <p:txBody>
          <a:bodyPr lIns="137160"/>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55056" y="1965281"/>
            <a:ext cx="4859992" cy="37328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p:txBody>
          <a:bodyPr/>
          <a:lstStyle/>
          <a:p>
            <a:fld id="{F79E3CBC-A2D6-42D3-976A-174CF7E26BA0}" type="datetime1">
              <a:rPr lang="en-US" smtClean="0"/>
              <a:t>6/18/2026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177283153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499475"/>
            <a:ext cx="3625442" cy="1474692"/>
          </a:xfrm>
          <a:noFill/>
        </p:spPr>
        <p:txBody>
          <a:bodyPr/>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5432" y="2124222"/>
            <a:ext cx="3567404" cy="34887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Picture Placeholder 15">
            <a:extLst>
              <a:ext uri="{FF2B5EF4-FFF2-40B4-BE49-F238E27FC236}">
                <a16:creationId xmlns:a16="http://schemas.microsoft.com/office/drawing/2014/main" id="{16CAFF7D-6BAD-AE1B-CFE3-A9AB4D8667C6}"/>
              </a:ext>
            </a:extLst>
          </p:cNvPr>
          <p:cNvSpPr>
            <a:spLocks noGrp="1"/>
          </p:cNvSpPr>
          <p:nvPr>
            <p:ph type="pic" sz="quarter" idx="13" hasCustomPrompt="1"/>
          </p:nvPr>
        </p:nvSpPr>
        <p:spPr>
          <a:xfrm>
            <a:off x="4800601" y="0"/>
            <a:ext cx="7391400" cy="5562600"/>
          </a:xfrm>
          <a:blipFill>
            <a:blip r:embed="rId2">
              <a:alphaModFix amt="70000"/>
            </a:blip>
            <a:stretch>
              <a:fillRect/>
            </a:stretch>
          </a:blipFill>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p:spPr>
        <p:txBody>
          <a:bodyPr/>
          <a:lstStyle/>
          <a:p>
            <a:fld id="{917E8D86-1037-438D-973A-F8D03A01BF16}" type="datetime1">
              <a:rPr lang="en-US" smtClean="0"/>
              <a:t>6/18/2026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38206" y="6029868"/>
            <a:ext cx="429372" cy="365125"/>
          </a:xfrm>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273446536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BFE64AB8-5CDA-105D-40FF-06105F0CAFAB}"/>
              </a:ext>
              <a:ext uri="{C183D7F6-B498-43B3-948B-1728B52AA6E4}">
                <adec:decorative xmlns:adec="http://schemas.microsoft.com/office/drawing/2017/decorative" val="1"/>
              </a:ext>
            </a:extLst>
          </p:cNvPr>
          <p:cNvCxnSpPr>
            <a:cxnSpLocks/>
          </p:cNvCxnSpPr>
          <p:nvPr/>
        </p:nvCxnSpPr>
        <p:spPr>
          <a:xfrm>
            <a:off x="4800600" y="6210300"/>
            <a:ext cx="6705600" cy="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8" name="Picture Placeholder 7">
            <a:extLst>
              <a:ext uri="{FF2B5EF4-FFF2-40B4-BE49-F238E27FC236}">
                <a16:creationId xmlns:a16="http://schemas.microsoft.com/office/drawing/2014/main" id="{F05651F4-3862-056A-CAA1-54D59C5C0C31}"/>
              </a:ext>
            </a:extLst>
          </p:cNvPr>
          <p:cNvSpPr>
            <a:spLocks noGrp="1"/>
          </p:cNvSpPr>
          <p:nvPr>
            <p:ph type="pic" sz="quarter" idx="13" hasCustomPrompt="1"/>
          </p:nvPr>
        </p:nvSpPr>
        <p:spPr>
          <a:xfrm>
            <a:off x="0" y="0"/>
            <a:ext cx="4114800" cy="6858000"/>
          </a:xfrm>
          <a:blipFill>
            <a:blip r:embed="rId2">
              <a:alphaModFix amt="70000"/>
            </a:blip>
            <a:stretch>
              <a:fillRect/>
            </a:stretch>
          </a:blipFill>
        </p:spPr>
        <p:txBody>
          <a:bodyPr/>
          <a:lstStyle>
            <a:lvl1pPr marL="0" indent="0">
              <a:buNone/>
              <a:defRPr/>
            </a:lvl1pPr>
          </a:lstStyle>
          <a:p>
            <a:r>
              <a:rPr lang="en-US"/>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3428999" y="0"/>
            <a:ext cx="6019801" cy="1593908"/>
          </a:xfrm>
        </p:spPr>
        <p:txBody>
          <a:bodyPr lIns="137160" rIns="274320" bIns="137160"/>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4701509" y="1741394"/>
            <a:ext cx="6105157" cy="38433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4701508" y="6029868"/>
            <a:ext cx="2020824" cy="365125"/>
          </a:xfrm>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p:txBody>
          <a:bodyPr/>
          <a:lstStyle/>
          <a:p>
            <a:fld id="{A33876A1-EAF9-4915-94FE-FB92EEABD687}" type="datetime1">
              <a:rPr lang="en-US" smtClean="0"/>
              <a:t>6/18/2026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143396904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430047"/>
            <a:ext cx="4939005" cy="1166270"/>
          </a:xfrm>
          <a:noFill/>
        </p:spPr>
        <p:txBody>
          <a:bodyPr/>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5432" y="1746792"/>
            <a:ext cx="5776896" cy="3969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Picture Placeholder 15">
            <a:extLst>
              <a:ext uri="{FF2B5EF4-FFF2-40B4-BE49-F238E27FC236}">
                <a16:creationId xmlns:a16="http://schemas.microsoft.com/office/drawing/2014/main" id="{16CAFF7D-6BAD-AE1B-CFE3-A9AB4D8667C6}"/>
              </a:ext>
            </a:extLst>
          </p:cNvPr>
          <p:cNvSpPr>
            <a:spLocks noGrp="1"/>
          </p:cNvSpPr>
          <p:nvPr>
            <p:ph type="pic" sz="quarter" idx="13" hasCustomPrompt="1"/>
          </p:nvPr>
        </p:nvSpPr>
        <p:spPr>
          <a:xfrm>
            <a:off x="7391400" y="0"/>
            <a:ext cx="4800600" cy="5562600"/>
          </a:xfrm>
          <a:blipFill>
            <a:blip r:embed="rId2">
              <a:alphaModFix amt="70000"/>
            </a:blip>
            <a:stretch>
              <a:fillRect/>
            </a:stretch>
          </a:blipFill>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p:spPr>
        <p:txBody>
          <a:bodyPr/>
          <a:lstStyle/>
          <a:p>
            <a:fld id="{B0ECE3E5-DEB1-48A2-A1A9-7ABBE9A784F7}" type="datetime1">
              <a:rPr lang="en-US" smtClean="0"/>
              <a:t>6/18/2026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38206" y="6029868"/>
            <a:ext cx="429372" cy="365125"/>
          </a:xfrm>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323852579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0" y="0"/>
            <a:ext cx="3771900" cy="6858000"/>
          </a:xfrm>
          <a:blipFill>
            <a:blip r:embed="rId2">
              <a:alphaModFix amt="70000"/>
            </a:blip>
            <a:stretch>
              <a:fillRect/>
            </a:stretch>
          </a:blipFill>
        </p:spPr>
        <p:txBody>
          <a:bodyPr/>
          <a:lstStyle>
            <a:lvl1pPr marL="0" indent="0">
              <a:buNone/>
              <a:defRPr/>
            </a:lvl1pPr>
          </a:lstStyle>
          <a:p>
            <a:r>
              <a:rPr lang="en-US"/>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3124200" y="0"/>
            <a:ext cx="7391400" cy="1207008"/>
          </a:xfrm>
        </p:spPr>
        <p:txBody>
          <a:bodyPr lIns="137160" tIns="137160" bIns="91440" anchor="b"/>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4358608" y="1367622"/>
            <a:ext cx="7171976" cy="44775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0" name="Straight Connector 9">
            <a:extLst>
              <a:ext uri="{FF2B5EF4-FFF2-40B4-BE49-F238E27FC236}">
                <a16:creationId xmlns:a16="http://schemas.microsoft.com/office/drawing/2014/main" id="{BB460515-4779-2CA9-5335-1F4AD158B79D}"/>
              </a:ext>
              <a:ext uri="{C183D7F6-B498-43B3-948B-1728B52AA6E4}">
                <adec:decorative xmlns:adec="http://schemas.microsoft.com/office/drawing/2017/decorative" val="1"/>
              </a:ext>
            </a:extLst>
          </p:cNvPr>
          <p:cNvCxnSpPr>
            <a:cxnSpLocks/>
          </p:cNvCxnSpPr>
          <p:nvPr/>
        </p:nvCxnSpPr>
        <p:spPr>
          <a:xfrm flipV="1">
            <a:off x="4495800" y="6210300"/>
            <a:ext cx="7010400" cy="213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4358608" y="6029868"/>
            <a:ext cx="2024542" cy="365125"/>
          </a:xfrm>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p:spPr>
        <p:txBody>
          <a:bodyPr/>
          <a:lstStyle/>
          <a:p>
            <a:fld id="{3D9CFEE7-1948-428C-8A1B-930C420A85C1}" type="datetime1">
              <a:rPr lang="en-US" smtClean="0"/>
              <a:t>6/18/2026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196405640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0" y="0"/>
            <a:ext cx="7848600" cy="6858000"/>
          </a:xfrm>
          <a:blipFill>
            <a:blip r:embed="rId2">
              <a:alphaModFix amt="70000"/>
            </a:blip>
            <a:stretch>
              <a:fillRect/>
            </a:stretch>
          </a:blipFill>
        </p:spPr>
        <p:txBody>
          <a:bodyPr/>
          <a:lstStyle>
            <a:lvl1pPr marL="0" indent="0">
              <a:buNone/>
              <a:defRPr/>
            </a:lvl1pPr>
          </a:lstStyle>
          <a:p>
            <a:r>
              <a:rPr lang="en-US"/>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7450456" y="0"/>
            <a:ext cx="4142830" cy="1978681"/>
          </a:xfrm>
        </p:spPr>
        <p:txBody>
          <a:bodyPr lIns="137160"/>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8442196" y="2112973"/>
            <a:ext cx="3151090" cy="36782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8439912" y="6029868"/>
            <a:ext cx="1911096" cy="365125"/>
          </a:xfrm>
          <a:noFill/>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351008" y="6029868"/>
            <a:ext cx="890077" cy="365125"/>
          </a:xfrm>
          <a:noFill/>
        </p:spPr>
        <p:txBody>
          <a:bodyPr/>
          <a:lstStyle/>
          <a:p>
            <a:fld id="{2B950759-980B-4783-B58D-96B69BC77CA8}" type="datetime1">
              <a:rPr lang="en-US" smtClean="0"/>
              <a:t>6/18/2026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380951059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EEB1BA68-9980-8CBB-7BAF-A1D760EB21EC}"/>
              </a:ext>
            </a:extLst>
          </p:cNvPr>
          <p:cNvSpPr>
            <a:spLocks noGrp="1"/>
          </p:cNvSpPr>
          <p:nvPr>
            <p:ph type="pic" sz="quarter" idx="13" hasCustomPrompt="1"/>
          </p:nvPr>
        </p:nvSpPr>
        <p:spPr>
          <a:xfrm>
            <a:off x="0" y="1"/>
            <a:ext cx="12192000" cy="6858000"/>
          </a:xfrm>
          <a:custGeom>
            <a:avLst/>
            <a:gdLst>
              <a:gd name="connsiteX0" fmla="*/ 480060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5562599 h 6858000"/>
              <a:gd name="connsiteX5" fmla="*/ 4800600 w 12192000"/>
              <a:gd name="connsiteY5" fmla="*/ 55625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4800600" y="0"/>
                </a:moveTo>
                <a:lnTo>
                  <a:pt x="12192000" y="0"/>
                </a:lnTo>
                <a:lnTo>
                  <a:pt x="12192000" y="6858000"/>
                </a:lnTo>
                <a:lnTo>
                  <a:pt x="0" y="6858000"/>
                </a:lnTo>
                <a:lnTo>
                  <a:pt x="0" y="5562599"/>
                </a:lnTo>
                <a:lnTo>
                  <a:pt x="4800600" y="5562599"/>
                </a:lnTo>
                <a:close/>
              </a:path>
            </a:pathLst>
          </a:custGeom>
          <a:blipFill>
            <a:blip r:embed="rId2">
              <a:alphaModFix amt="70000"/>
            </a:blip>
            <a:stretch>
              <a:fillRect/>
            </a:stretch>
          </a:blipFill>
        </p:spPr>
        <p:txBody>
          <a:bodyPr wrap="square">
            <a:noAutofit/>
          </a:bodyPr>
          <a:lstStyle>
            <a:lvl1pPr marL="0" indent="0">
              <a:buNone/>
              <a:defRPr/>
            </a:lvl1pPr>
          </a:lstStyle>
          <a:p>
            <a:r>
              <a:rPr lang="en-US"/>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1001376"/>
            <a:ext cx="3601122" cy="1362458"/>
          </a:xfrm>
          <a:noFill/>
        </p:spPr>
        <p:txBody>
          <a:bodyPr/>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3504" y="2496848"/>
            <a:ext cx="3601122" cy="230375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3504" y="503237"/>
            <a:ext cx="1907799" cy="365125"/>
          </a:xfrm>
          <a:noFill/>
        </p:spPr>
        <p:txBody>
          <a:bodyPr/>
          <a:lstStyle>
            <a:lvl1pPr algn="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603504" y="4800600"/>
            <a:ext cx="1256738" cy="365125"/>
          </a:xfrm>
          <a:noFill/>
        </p:spPr>
        <p:txBody>
          <a:bodyPr/>
          <a:lstStyle>
            <a:lvl1pPr algn="l">
              <a:defRPr/>
            </a:lvl1pPr>
          </a:lstStyle>
          <a:p>
            <a:fld id="{75D8CBF3-D33E-488B-BE09-B302C3504935}" type="datetime1">
              <a:rPr lang="en-US" smtClean="0"/>
              <a:t>6/18/2026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3947641" y="4800600"/>
            <a:ext cx="429372" cy="365125"/>
          </a:xfrm>
          <a:no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160920816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Content with Picture 10">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9B15A2BF-1AB9-8F23-A598-958473764918}"/>
              </a:ext>
            </a:extLst>
          </p:cNvPr>
          <p:cNvSpPr>
            <a:spLocks noGrp="1"/>
          </p:cNvSpPr>
          <p:nvPr>
            <p:ph type="pic" sz="quarter" idx="13" hasCustomPrompt="1"/>
          </p:nvPr>
        </p:nvSpPr>
        <p:spPr>
          <a:xfrm>
            <a:off x="0" y="0"/>
            <a:ext cx="12192000" cy="6858000"/>
          </a:xfrm>
          <a:custGeom>
            <a:avLst/>
            <a:gdLst>
              <a:gd name="connsiteX0" fmla="*/ 0 w 12192000"/>
              <a:gd name="connsiteY0" fmla="*/ 0 h 6858000"/>
              <a:gd name="connsiteX1" fmla="*/ 6705599 w 12192000"/>
              <a:gd name="connsiteY1" fmla="*/ 0 h 6858000"/>
              <a:gd name="connsiteX2" fmla="*/ 6705599 w 12192000"/>
              <a:gd name="connsiteY2" fmla="*/ 5524500 h 6858000"/>
              <a:gd name="connsiteX3" fmla="*/ 12192000 w 12192000"/>
              <a:gd name="connsiteY3" fmla="*/ 5524500 h 6858000"/>
              <a:gd name="connsiteX4" fmla="*/ 12192000 w 12192000"/>
              <a:gd name="connsiteY4" fmla="*/ 6858000 h 6858000"/>
              <a:gd name="connsiteX5" fmla="*/ 0 w 12192000"/>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0" y="0"/>
                </a:moveTo>
                <a:lnTo>
                  <a:pt x="6705599" y="0"/>
                </a:lnTo>
                <a:lnTo>
                  <a:pt x="6705599" y="5524500"/>
                </a:lnTo>
                <a:lnTo>
                  <a:pt x="12192000" y="5524500"/>
                </a:lnTo>
                <a:lnTo>
                  <a:pt x="12192000" y="6858000"/>
                </a:lnTo>
                <a:lnTo>
                  <a:pt x="0" y="6858000"/>
                </a:lnTo>
                <a:close/>
              </a:path>
            </a:pathLst>
          </a:custGeom>
          <a:blipFill>
            <a:blip r:embed="rId2">
              <a:alphaModFix amt="70000"/>
            </a:blip>
            <a:stretch>
              <a:fillRect/>
            </a:stretch>
          </a:blipFill>
        </p:spPr>
        <p:txBody>
          <a:bodyPr wrap="square">
            <a:noAutofit/>
          </a:bodyPr>
          <a:lstStyle>
            <a:lvl1pPr marL="0" indent="0">
              <a:buNone/>
              <a:defRPr/>
            </a:lvl1pPr>
          </a:lstStyle>
          <a:p>
            <a:r>
              <a:rPr lang="en-US"/>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7280996" y="868363"/>
            <a:ext cx="4301403" cy="1058150"/>
          </a:xfrm>
          <a:noFill/>
        </p:spPr>
        <p:txBody>
          <a:bodyPr/>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7280997" y="2059527"/>
            <a:ext cx="4301403" cy="262079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7280998" y="503237"/>
            <a:ext cx="1907799" cy="365125"/>
          </a:xfrm>
          <a:noFill/>
        </p:spPr>
        <p:txBody>
          <a:bodyPr/>
          <a:lstStyle>
            <a:lvl1pPr algn="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7280997" y="4680321"/>
            <a:ext cx="1256738" cy="365125"/>
          </a:xfrm>
          <a:noFill/>
        </p:spPr>
        <p:txBody>
          <a:bodyPr/>
          <a:lstStyle>
            <a:lvl1pPr algn="l">
              <a:defRPr/>
            </a:lvl1pPr>
          </a:lstStyle>
          <a:p>
            <a:fld id="{8394C7EB-3255-4C04-9D3B-DA51FDFD7E92}" type="datetime1">
              <a:rPr lang="en-US" smtClean="0"/>
              <a:t>6/18/2026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29712" y="4680321"/>
            <a:ext cx="429372" cy="365125"/>
          </a:xfrm>
          <a:no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39525198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Content with Picture 11">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867A324D-1E02-47A7-E25C-2977C957FCF5}"/>
              </a:ext>
            </a:extLst>
          </p:cNvPr>
          <p:cNvSpPr>
            <a:spLocks noGrp="1"/>
          </p:cNvSpPr>
          <p:nvPr>
            <p:ph type="pic" sz="quarter" idx="13" hasCustomPrompt="1"/>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1371600 h 6858000"/>
              <a:gd name="connsiteX3" fmla="*/ 6705600 w 12192000"/>
              <a:gd name="connsiteY3" fmla="*/ 1371600 h 6858000"/>
              <a:gd name="connsiteX4" fmla="*/ 6705600 w 12192000"/>
              <a:gd name="connsiteY4" fmla="*/ 6858000 h 6858000"/>
              <a:gd name="connsiteX5" fmla="*/ 0 w 12192000"/>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0" y="0"/>
                </a:moveTo>
                <a:lnTo>
                  <a:pt x="12192000" y="0"/>
                </a:lnTo>
                <a:lnTo>
                  <a:pt x="12192000" y="1371600"/>
                </a:lnTo>
                <a:lnTo>
                  <a:pt x="6705600" y="1371600"/>
                </a:lnTo>
                <a:lnTo>
                  <a:pt x="6705600" y="6858000"/>
                </a:lnTo>
                <a:lnTo>
                  <a:pt x="0" y="6858000"/>
                </a:lnTo>
                <a:close/>
              </a:path>
            </a:pathLst>
          </a:custGeom>
          <a:blipFill>
            <a:blip r:embed="rId2">
              <a:alphaModFix amt="70000"/>
            </a:blip>
            <a:stretch>
              <a:fillRect/>
            </a:stretch>
          </a:blipFill>
        </p:spPr>
        <p:txBody>
          <a:bodyPr wrap="square">
            <a:noAutofit/>
          </a:bodyPr>
          <a:lstStyle>
            <a:lvl1pPr marL="0" indent="0">
              <a:buNone/>
              <a:defRPr/>
            </a:lvl1pPr>
          </a:lstStyle>
          <a:p>
            <a:r>
              <a:rPr lang="en-US"/>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7280997" y="2201863"/>
            <a:ext cx="4225204" cy="1058150"/>
          </a:xfrm>
          <a:noFill/>
        </p:spPr>
        <p:txBody>
          <a:bodyPr/>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7280997" y="3393027"/>
            <a:ext cx="4225203" cy="2474373"/>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7280998" y="1836737"/>
            <a:ext cx="1907799" cy="365125"/>
          </a:xfrm>
          <a:noFill/>
        </p:spPr>
        <p:txBody>
          <a:bodyPr/>
          <a:lstStyle>
            <a:lvl1pPr algn="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7280997" y="6013821"/>
            <a:ext cx="1256738" cy="365125"/>
          </a:xfrm>
          <a:noFill/>
        </p:spPr>
        <p:txBody>
          <a:bodyPr/>
          <a:lstStyle>
            <a:lvl1pPr algn="l">
              <a:defRPr/>
            </a:lvl1pPr>
          </a:lstStyle>
          <a:p>
            <a:fld id="{E396167E-13CB-492D-A43B-8BD084C7EA4B}" type="datetime1">
              <a:rPr lang="en-US" smtClean="0"/>
              <a:t>6/18/2026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29712" y="6013821"/>
            <a:ext cx="429372" cy="365125"/>
          </a:xfrm>
          <a:no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181221252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4673955"/>
            <a:ext cx="3154680" cy="1287913"/>
          </a:xfrm>
          <a:noFill/>
        </p:spPr>
        <p:txBody>
          <a:bodyPr anchor="t"/>
          <a:lstStyle>
            <a:lvl1pPr>
              <a:defRPr/>
            </a:lvl1pPr>
          </a:lstStyle>
          <a:p>
            <a:r>
              <a:rPr lang="en-US"/>
              <a:t>Click to Edit Master Title style</a:t>
            </a:r>
          </a:p>
        </p:txBody>
      </p:sp>
      <p:sp>
        <p:nvSpPr>
          <p:cNvPr id="16" name="Picture Placeholder 15">
            <a:extLst>
              <a:ext uri="{FF2B5EF4-FFF2-40B4-BE49-F238E27FC236}">
                <a16:creationId xmlns:a16="http://schemas.microsoft.com/office/drawing/2014/main" id="{16CAFF7D-6BAD-AE1B-CFE3-A9AB4D8667C6}"/>
              </a:ext>
            </a:extLst>
          </p:cNvPr>
          <p:cNvSpPr>
            <a:spLocks noGrp="1"/>
          </p:cNvSpPr>
          <p:nvPr>
            <p:ph type="pic" sz="quarter" idx="13" hasCustomPrompt="1"/>
          </p:nvPr>
        </p:nvSpPr>
        <p:spPr>
          <a:xfrm>
            <a:off x="0" y="0"/>
            <a:ext cx="12191999" cy="4114800"/>
          </a:xfrm>
          <a:blipFill>
            <a:blip r:embed="rId2">
              <a:alphaModFix amt="70000"/>
            </a:blip>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4114800" y="4647060"/>
            <a:ext cx="7552114" cy="1382807"/>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noFill/>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a:noFill/>
        </p:spPr>
        <p:txBody>
          <a:bodyPr/>
          <a:lstStyle/>
          <a:p>
            <a:fld id="{49885C97-4180-47D6-BA3E-83C74E1B1903}" type="datetime1">
              <a:rPr lang="en-US" smtClean="0"/>
              <a:t>6/18/2026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37542" y="6029868"/>
            <a:ext cx="429372" cy="365125"/>
          </a:xfrm>
          <a:no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260841678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3429000"/>
            <a:ext cx="3081528" cy="2438400"/>
          </a:xfrm>
          <a:noFill/>
        </p:spPr>
        <p:txBody>
          <a:bodyPr anchor="t"/>
          <a:lstStyle>
            <a:lvl1pPr>
              <a:defRPr/>
            </a:lvl1pPr>
          </a:lstStyle>
          <a:p>
            <a:r>
              <a:rPr lang="en-US"/>
              <a:t>Click to Edit Master Title style</a:t>
            </a:r>
          </a:p>
        </p:txBody>
      </p:sp>
      <p:sp>
        <p:nvSpPr>
          <p:cNvPr id="16" name="Picture Placeholder 15">
            <a:extLst>
              <a:ext uri="{FF2B5EF4-FFF2-40B4-BE49-F238E27FC236}">
                <a16:creationId xmlns:a16="http://schemas.microsoft.com/office/drawing/2014/main" id="{16CAFF7D-6BAD-AE1B-CFE3-A9AB4D8667C6}"/>
              </a:ext>
            </a:extLst>
          </p:cNvPr>
          <p:cNvSpPr>
            <a:spLocks noGrp="1"/>
          </p:cNvSpPr>
          <p:nvPr>
            <p:ph type="pic" sz="quarter" idx="13" hasCustomPrompt="1"/>
          </p:nvPr>
        </p:nvSpPr>
        <p:spPr>
          <a:xfrm>
            <a:off x="0" y="0"/>
            <a:ext cx="12191999" cy="2895600"/>
          </a:xfrm>
          <a:blipFill>
            <a:blip r:embed="rId2">
              <a:alphaModFix amt="70000"/>
            </a:blip>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4114799" y="3429000"/>
            <a:ext cx="7391401" cy="2438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p:spPr>
        <p:txBody>
          <a:bodyPr/>
          <a:lstStyle/>
          <a:p>
            <a:fld id="{A3CF85C1-8AE5-42AC-A9E5-BFA1AA4ECE1A}" type="datetime1">
              <a:rPr lang="en-US" smtClean="0"/>
              <a:t>6/18/2026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41368" y="6029868"/>
            <a:ext cx="429372" cy="365125"/>
          </a:xfrm>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10283965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641214"/>
            <a:ext cx="3072384" cy="2775858"/>
          </a:xfrm>
          <a:noFill/>
        </p:spPr>
        <p:txBody>
          <a:bodyPr anchor="t"/>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4114799" y="618269"/>
            <a:ext cx="7471769" cy="28107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1" y="3551884"/>
            <a:ext cx="1907799" cy="365125"/>
          </a:xfrm>
          <a:noFill/>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3551884"/>
            <a:ext cx="1179576" cy="365125"/>
          </a:xfrm>
          <a:noFill/>
        </p:spPr>
        <p:txBody>
          <a:bodyPr/>
          <a:lstStyle/>
          <a:p>
            <a:fld id="{F9764A69-0D4A-41EE-B368-4D0114C52684}" type="datetime1">
              <a:rPr lang="en-US" smtClean="0"/>
              <a:t>6/18/2026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41368" y="3551884"/>
            <a:ext cx="429372" cy="365125"/>
          </a:xfrm>
          <a:noFill/>
        </p:spPr>
        <p:txBody>
          <a:bodyPr/>
          <a:lstStyle/>
          <a:p>
            <a:fld id="{27F8DDA4-3B80-4E8A-A8F5-521F73BF9127}" type="slidenum">
              <a:rPr lang="en-US" smtClean="0"/>
              <a:t>‹#›</a:t>
            </a:fld>
            <a:endParaRPr lang="en-US"/>
          </a:p>
        </p:txBody>
      </p:sp>
      <p:sp>
        <p:nvSpPr>
          <p:cNvPr id="16" name="Picture Placeholder 15">
            <a:extLst>
              <a:ext uri="{FF2B5EF4-FFF2-40B4-BE49-F238E27FC236}">
                <a16:creationId xmlns:a16="http://schemas.microsoft.com/office/drawing/2014/main" id="{16CAFF7D-6BAD-AE1B-CFE3-A9AB4D8667C6}"/>
              </a:ext>
            </a:extLst>
          </p:cNvPr>
          <p:cNvSpPr>
            <a:spLocks noGrp="1"/>
          </p:cNvSpPr>
          <p:nvPr>
            <p:ph type="pic" sz="quarter" idx="13" hasCustomPrompt="1"/>
          </p:nvPr>
        </p:nvSpPr>
        <p:spPr>
          <a:xfrm>
            <a:off x="0" y="4114800"/>
            <a:ext cx="12191999" cy="2743200"/>
          </a:xfrm>
          <a:blipFill>
            <a:blip r:embed="rId2">
              <a:alphaModFix amt="70000"/>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249105458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685800" y="1371599"/>
            <a:ext cx="6705602" cy="4191001"/>
          </a:xfrm>
          <a:blipFill>
            <a:blip r:embed="rId2">
              <a:alphaModFix amt="70000"/>
            </a:blip>
            <a:stretch>
              <a:fillRect/>
            </a:stretch>
          </a:blipFill>
        </p:spPr>
        <p:txBody>
          <a:bodyPr/>
          <a:lstStyle>
            <a:lvl1pPr marL="0" indent="0">
              <a:buNone/>
              <a:defRPr/>
            </a:lvl1pPr>
          </a:lstStyle>
          <a:p>
            <a:r>
              <a:rPr lang="en-US"/>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603504" y="313943"/>
            <a:ext cx="4939201" cy="1281526"/>
          </a:xfrm>
        </p:spPr>
        <p:txBody>
          <a:bodyPr tIns="91440" bIns="137160"/>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7959144" y="1266426"/>
            <a:ext cx="3547056" cy="42961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p:txBody>
          <a:bodyPr/>
          <a:lstStyle/>
          <a:p>
            <a:fld id="{EC869251-F212-4557-A92A-BBFE6D38B002}" type="datetime1">
              <a:rPr lang="en-US" smtClean="0"/>
              <a:t>6/18/2026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102460025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603505" y="337062"/>
            <a:ext cx="6787898" cy="845931"/>
          </a:xfrm>
        </p:spPr>
        <p:txBody>
          <a:bodyPr tIns="91440" bIns="91440"/>
          <a:lstStyle>
            <a:lvl1pPr>
              <a:defRPr/>
            </a:lvl1pPr>
          </a:lstStyle>
          <a:p>
            <a:r>
              <a:rPr lang="en-US"/>
              <a:t>Click to edit Master title style</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9705468" y="637706"/>
            <a:ext cx="1907799" cy="365125"/>
          </a:xfrm>
        </p:spPr>
        <p:txBody>
          <a:bodyPr anchor="t"/>
          <a:lstStyle>
            <a:lvl1pPr algn="r">
              <a:defRPr/>
            </a:lvl1pPr>
          </a:lstStyle>
          <a:p>
            <a:r>
              <a:rPr lang="en-US"/>
              <a:t>Sample Footer Text</a:t>
            </a:r>
          </a:p>
        </p:txBody>
      </p:sp>
      <p:sp>
        <p:nvSpPr>
          <p:cNvPr id="11" name="Picture Placeholder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0" y="1371600"/>
            <a:ext cx="7391402" cy="5486400"/>
          </a:xfrm>
          <a:blipFill>
            <a:blip r:embed="rId2">
              <a:alphaModFix amt="70000"/>
            </a:blip>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7966163" y="1266737"/>
            <a:ext cx="2894795" cy="47631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p:txBody>
          <a:bodyPr/>
          <a:lstStyle/>
          <a:p>
            <a:fld id="{9C7720E7-9D70-4C91-9C55-B922EC8FF4E1}" type="datetime1">
              <a:rPr lang="en-US" smtClean="0"/>
              <a:t>6/18/2026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smtClean="0"/>
              <a:t>‹#›</a:t>
            </a:fld>
            <a:endParaRPr lang="en-US"/>
          </a:p>
        </p:txBody>
      </p:sp>
      <p:cxnSp>
        <p:nvCxnSpPr>
          <p:cNvPr id="12" name="Straight Connector 11">
            <a:extLst>
              <a:ext uri="{FF2B5EF4-FFF2-40B4-BE49-F238E27FC236}">
                <a16:creationId xmlns:a16="http://schemas.microsoft.com/office/drawing/2014/main" id="{DF397562-DA4B-EE6B-8F6C-1CE4F33EBED1}"/>
              </a:ext>
              <a:ext uri="{C183D7F6-B498-43B3-948B-1728B52AA6E4}">
                <adec:decorative xmlns:adec="http://schemas.microsoft.com/office/drawing/2017/decorative" val="1"/>
              </a:ext>
            </a:extLst>
          </p:cNvPr>
          <p:cNvCxnSpPr>
            <a:cxnSpLocks/>
          </p:cNvCxnSpPr>
          <p:nvPr/>
        </p:nvCxnSpPr>
        <p:spPr>
          <a:xfrm>
            <a:off x="11502704" y="1028700"/>
            <a:ext cx="0" cy="480060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7223697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p:cSld name="Content with Picture 17">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C3A8EAE1-78C6-0829-9C7B-07BF40315667}"/>
              </a:ext>
              <a:ext uri="{C183D7F6-B498-43B3-948B-1728B52AA6E4}">
                <adec:decorative xmlns:adec="http://schemas.microsoft.com/office/drawing/2017/decorative" val="1"/>
              </a:ext>
            </a:extLst>
          </p:cNvPr>
          <p:cNvCxnSpPr>
            <a:cxnSpLocks/>
          </p:cNvCxnSpPr>
          <p:nvPr/>
        </p:nvCxnSpPr>
        <p:spPr>
          <a:xfrm>
            <a:off x="11506200" y="637890"/>
            <a:ext cx="0" cy="557241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11" name="Picture Placeholder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0" y="0"/>
            <a:ext cx="4114801" cy="4114801"/>
          </a:xfrm>
          <a:blipFill>
            <a:blip r:embed="rId2">
              <a:alphaModFix amt="70000"/>
            </a:blip>
            <a:stretch>
              <a:fillRect/>
            </a:stretch>
          </a:blipFill>
        </p:spPr>
        <p:txBody>
          <a:bodyPr/>
          <a:lstStyle>
            <a:lvl1pPr marL="0" indent="0">
              <a:buNone/>
              <a:defRPr/>
            </a:lvl1pPr>
          </a:lstStyle>
          <a:p>
            <a:r>
              <a:rPr lang="en-US"/>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1002086" y="3666528"/>
            <a:ext cx="3282166" cy="1896071"/>
          </a:xfrm>
        </p:spPr>
        <p:txBody>
          <a:bodyPr lIns="137160" tIns="137160" anchor="t"/>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4680337" y="1136232"/>
            <a:ext cx="5777888" cy="47612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9701783" y="640080"/>
            <a:ext cx="1911096" cy="410486"/>
          </a:xfrm>
        </p:spPr>
        <p:txBody>
          <a:bodyPr anchor="t"/>
          <a:lstStyle>
            <a:lvl1pPr algn="r">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rot="5400000">
            <a:off x="10874790" y="5197321"/>
            <a:ext cx="1289031" cy="365120"/>
          </a:xfrm>
          <a:solidFill>
            <a:schemeClr val="bg1"/>
          </a:solidFill>
        </p:spPr>
        <p:txBody>
          <a:bodyPr rIns="182880"/>
          <a:lstStyle/>
          <a:p>
            <a:fld id="{C26E53DC-2C2B-436E-8F81-6F56D67B2094}" type="datetime1">
              <a:rPr lang="en-US" smtClean="0"/>
              <a:t>6/18/2026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175943993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Content with Picture 18">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0" y="1"/>
            <a:ext cx="4800600" cy="4822372"/>
          </a:xfrm>
          <a:blipFill>
            <a:blip r:embed="rId2">
              <a:alphaModFix amt="70000"/>
            </a:blip>
            <a:stretch>
              <a:fillRect/>
            </a:stretch>
          </a:blipFill>
        </p:spPr>
        <p:txBody>
          <a:bodyPr/>
          <a:lstStyle>
            <a:lvl1pPr marL="0" indent="0">
              <a:buNone/>
              <a:defRPr/>
            </a:lvl1pPr>
          </a:lstStyle>
          <a:p>
            <a:r>
              <a:rPr lang="en-US"/>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1002085" y="4374100"/>
            <a:ext cx="3897905" cy="1380814"/>
          </a:xfrm>
        </p:spPr>
        <p:txBody>
          <a:bodyPr lIns="137160" tIns="137160" anchor="t"/>
          <a:lstStyle>
            <a:lvl1pPr>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5389516" y="685800"/>
            <a:ext cx="5430884" cy="52049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2974" y="6029867"/>
            <a:ext cx="1911096" cy="365126"/>
          </a:xfrm>
          <a:solidFill>
            <a:schemeClr val="bg1"/>
          </a:solidFill>
        </p:spPr>
        <p:txBody>
          <a:bodyPr anchor="ctr"/>
          <a:lstStyle>
            <a:lvl1pPr algn="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a:solidFill>
            <a:schemeClr val="bg1"/>
          </a:solidFill>
        </p:spPr>
        <p:txBody>
          <a:bodyPr/>
          <a:lstStyle/>
          <a:p>
            <a:fld id="{A25B1B0E-4CBA-421A-9FF9-BD907EE313C7}" type="datetime1">
              <a:rPr lang="en-US" smtClean="0"/>
              <a:t>6/18/2026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342529944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p:cSld name="Content with Picture 1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495138" y="551542"/>
            <a:ext cx="3737426" cy="1490472"/>
          </a:xfrm>
        </p:spPr>
        <p:txBody>
          <a:bodyPr lIns="137160" tIns="137160" anchor="t"/>
          <a:lstStyle>
            <a:lvl1pPr>
              <a:defRPr/>
            </a:lvl1pPr>
          </a:lstStyle>
          <a:p>
            <a:r>
              <a:rPr lang="en-US"/>
              <a:t>Click to edit Master title style</a:t>
            </a:r>
          </a:p>
        </p:txBody>
      </p:sp>
      <p:sp>
        <p:nvSpPr>
          <p:cNvPr id="11" name="Picture Placeholder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685800" y="2057400"/>
            <a:ext cx="3429000" cy="4152900"/>
          </a:xfrm>
          <a:blipFill>
            <a:blip r:embed="rId2">
              <a:alphaModFix amt="70000"/>
            </a:blip>
            <a:stretch>
              <a:fillRect/>
            </a:stretch>
          </a:blipFill>
        </p:spPr>
        <p:txBody>
          <a:bodyPr/>
          <a:lstStyle>
            <a:lvl1pPr marL="0" indent="0">
              <a:buNone/>
              <a:defRPr/>
            </a:lvl1pPr>
          </a:lstStyle>
          <a:p>
            <a:r>
              <a:rPr lang="en-US"/>
              <a:t> </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4681057" y="595083"/>
            <a:ext cx="6981749" cy="5303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0" name="Straight Connector 9">
            <a:extLst>
              <a:ext uri="{FF2B5EF4-FFF2-40B4-BE49-F238E27FC236}">
                <a16:creationId xmlns:a16="http://schemas.microsoft.com/office/drawing/2014/main" id="{BB460515-4779-2CA9-5335-1F4AD158B79D}"/>
              </a:ext>
              <a:ext uri="{C183D7F6-B498-43B3-948B-1728B52AA6E4}">
                <adec:decorative xmlns:adec="http://schemas.microsoft.com/office/drawing/2017/decorative" val="1"/>
              </a:ext>
            </a:extLst>
          </p:cNvPr>
          <p:cNvCxnSpPr>
            <a:cxnSpLocks/>
          </p:cNvCxnSpPr>
          <p:nvPr/>
        </p:nvCxnSpPr>
        <p:spPr>
          <a:xfrm>
            <a:off x="4800600" y="6210300"/>
            <a:ext cx="6705600" cy="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4681058" y="6029868"/>
            <a:ext cx="2024542" cy="365125"/>
          </a:xfrm>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5034" cy="365125"/>
          </a:xfrm>
        </p:spPr>
        <p:txBody>
          <a:bodyPr/>
          <a:lstStyle/>
          <a:p>
            <a:fld id="{1A3891DC-7E15-43B5-BCFB-370696C30398}" type="datetime1">
              <a:rPr lang="en-US" smtClean="0"/>
              <a:t>6/18/2026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89954947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type="obj" preserve="1">
  <p:cSld name="Number Larg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424EAB6-808C-672B-68A5-49764748CDD8}"/>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4800599" y="5149121"/>
            <a:ext cx="6861107" cy="842527"/>
          </a:xfrm>
          <a:noFill/>
        </p:spPr>
        <p:txBody>
          <a:bodyPr anchor="t"/>
          <a:lstStyle>
            <a:lvl1pPr algn="r">
              <a:defRPr b="0" cap="all" baseline="0">
                <a:solidFill>
                  <a:schemeClr val="accent1"/>
                </a:solidFill>
                <a:effectLst/>
                <a:latin typeface="+mj-lt"/>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434196" y="120765"/>
            <a:ext cx="10723000" cy="4260404"/>
          </a:xfrm>
        </p:spPr>
        <p:txBody>
          <a:bodyPr lIns="0" tIns="0" rIns="0" bIns="0" anchor="b">
            <a:normAutofit/>
          </a:bodyPr>
          <a:lstStyle>
            <a:lvl1pPr marL="0" indent="0">
              <a:buNone/>
              <a:defRPr sz="28000" spc="-200" baseline="0">
                <a:solidFill>
                  <a:schemeClr val="accent3"/>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1" y="6029867"/>
            <a:ext cx="2137769" cy="365125"/>
          </a:xfrm>
          <a:noFill/>
        </p:spPr>
        <p:txBody>
          <a:bodyPr/>
          <a:lstStyle>
            <a:lvl1pPr>
              <a:defRPr b="0">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noFill/>
        </p:spPr>
        <p:txBody>
          <a:bodyPr/>
          <a:lstStyle>
            <a:lvl1pPr>
              <a:defRPr>
                <a:solidFill>
                  <a:schemeClr val="tx2"/>
                </a:solidFill>
              </a:defRPr>
            </a:lvl1pPr>
          </a:lstStyle>
          <a:p>
            <a:fld id="{E5E07D1D-D1D5-479B-A8E5-C908666570C8}" type="datetime1">
              <a:rPr lang="en-US" smtClean="0"/>
              <a:t>6/18/2026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lvl1pPr>
              <a:defRPr>
                <a:solidFill>
                  <a:schemeClr val="tx2"/>
                </a:solidFill>
              </a:defRPr>
            </a:lvl1pPr>
          </a:lstStyle>
          <a:p>
            <a:fld id="{27F8DDA4-3B80-4E8A-A8F5-521F73BF9127}" type="slidenum">
              <a:rPr lang="en-US" smtClean="0"/>
              <a:t>‹#›</a:t>
            </a:fld>
            <a:endParaRPr lang="en-US"/>
          </a:p>
        </p:txBody>
      </p:sp>
      <p:cxnSp>
        <p:nvCxnSpPr>
          <p:cNvPr id="9" name="Straight Connector 8">
            <a:extLst>
              <a:ext uri="{FF2B5EF4-FFF2-40B4-BE49-F238E27FC236}">
                <a16:creationId xmlns:a16="http://schemas.microsoft.com/office/drawing/2014/main" id="{838393CD-94B6-EC8A-E14F-A09689A25C51}"/>
              </a:ext>
              <a:ext uri="{C183D7F6-B498-43B3-948B-1728B52AA6E4}">
                <adec:decorative xmlns:adec="http://schemas.microsoft.com/office/drawing/2017/decorative" val="1"/>
              </a:ext>
            </a:extLst>
          </p:cNvPr>
          <p:cNvCxnSpPr>
            <a:cxnSpLocks/>
          </p:cNvCxnSpPr>
          <p:nvPr/>
        </p:nvCxnSpPr>
        <p:spPr>
          <a:xfrm>
            <a:off x="11503594" y="675861"/>
            <a:ext cx="0" cy="4184295"/>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2213649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type="obj" preserve="1">
  <p:cSld name="Number Large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424EAB6-808C-672B-68A5-49764748CDD8}"/>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accent2">
              <a:lumMod val="60000"/>
              <a:lumOff val="40000"/>
              <a:alpha val="8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3429000" y="5042130"/>
            <a:ext cx="8232707" cy="949518"/>
          </a:xfrm>
          <a:noFill/>
        </p:spPr>
        <p:txBody>
          <a:bodyPr anchor="t">
            <a:normAutofit/>
          </a:bodyPr>
          <a:lstStyle>
            <a:lvl1pPr algn="r">
              <a:defRPr sz="3200" b="0" cap="none" baseline="0">
                <a:solidFill>
                  <a:schemeClr val="accent5">
                    <a:lumMod val="75000"/>
                  </a:schemeClr>
                </a:solidFill>
                <a:effectLst/>
                <a:latin typeface="+mn-lt"/>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434196" y="120765"/>
            <a:ext cx="10723000" cy="4260404"/>
          </a:xfrm>
        </p:spPr>
        <p:txBody>
          <a:bodyPr anchor="b">
            <a:normAutofit/>
          </a:bodyPr>
          <a:lstStyle>
            <a:lvl1pPr marL="0" indent="0">
              <a:buNone/>
              <a:defRPr sz="28000" spc="-200" baseline="0">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1" y="6029868"/>
            <a:ext cx="2137769" cy="365125"/>
          </a:xfrm>
          <a:noFill/>
        </p:spPr>
        <p:txBody>
          <a:bodyPr/>
          <a:lstStyle>
            <a:lvl1pPr>
              <a:defRPr b="0">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noFill/>
        </p:spPr>
        <p:txBody>
          <a:bodyPr/>
          <a:lstStyle>
            <a:lvl1pPr>
              <a:defRPr>
                <a:solidFill>
                  <a:schemeClr val="tx2"/>
                </a:solidFill>
              </a:defRPr>
            </a:lvl1pPr>
          </a:lstStyle>
          <a:p>
            <a:fld id="{DC860212-EC80-4550-8977-412BA68CEEAD}" type="datetime1">
              <a:rPr lang="en-US" smtClean="0"/>
              <a:t>6/18/2026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lvl1pPr>
              <a:defRPr>
                <a:solidFill>
                  <a:schemeClr val="tx2"/>
                </a:solidFill>
              </a:defRPr>
            </a:lvl1pPr>
          </a:lstStyle>
          <a:p>
            <a:fld id="{27F8DDA4-3B80-4E8A-A8F5-521F73BF9127}" type="slidenum">
              <a:rPr lang="en-US" smtClean="0"/>
              <a:t>‹#›</a:t>
            </a:fld>
            <a:endParaRPr lang="en-US"/>
          </a:p>
        </p:txBody>
      </p:sp>
      <p:cxnSp>
        <p:nvCxnSpPr>
          <p:cNvPr id="8" name="Straight Connector 7">
            <a:extLst>
              <a:ext uri="{FF2B5EF4-FFF2-40B4-BE49-F238E27FC236}">
                <a16:creationId xmlns:a16="http://schemas.microsoft.com/office/drawing/2014/main" id="{5129594E-9391-9519-E286-4ED9732CC6C8}"/>
              </a:ext>
              <a:ext uri="{C183D7F6-B498-43B3-948B-1728B52AA6E4}">
                <adec:decorative xmlns:adec="http://schemas.microsoft.com/office/drawing/2017/decorative" val="1"/>
              </a:ext>
            </a:extLst>
          </p:cNvPr>
          <p:cNvCxnSpPr>
            <a:cxnSpLocks/>
          </p:cNvCxnSpPr>
          <p:nvPr/>
        </p:nvCxnSpPr>
        <p:spPr>
          <a:xfrm>
            <a:off x="11509025" y="735417"/>
            <a:ext cx="0" cy="4124739"/>
          </a:xfrm>
          <a:prstGeom prst="line">
            <a:avLst/>
          </a:prstGeom>
          <a:ln w="12700">
            <a:solidFill>
              <a:srgbClr val="EFEDE7">
                <a:alpha val="75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693826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type="obj" preserve="1">
  <p:cSld name="Number Large 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424EAB6-808C-672B-68A5-49764748CDD8}"/>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accent2">
              <a:lumMod val="60000"/>
              <a:lumOff val="4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4114799" y="5230607"/>
            <a:ext cx="7634369" cy="761041"/>
          </a:xfrm>
          <a:noFill/>
        </p:spPr>
        <p:txBody>
          <a:bodyPr anchor="t"/>
          <a:lstStyle>
            <a:lvl1pPr algn="r">
              <a:defRPr>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434195" y="120765"/>
            <a:ext cx="10659375" cy="4800600"/>
          </a:xfrm>
        </p:spPr>
        <p:txBody>
          <a:bodyPr lIns="0" tIns="0" rIns="0" bIns="0" anchor="b">
            <a:normAutofit/>
          </a:bodyPr>
          <a:lstStyle>
            <a:lvl1pPr marL="0" indent="0">
              <a:buNone/>
              <a:defRPr sz="31000" spc="-100" baseline="0">
                <a:solidFill>
                  <a:schemeClr val="accent2"/>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1" y="6032480"/>
            <a:ext cx="2137769" cy="365125"/>
          </a:xfrm>
          <a:noFill/>
        </p:spPr>
        <p:txBody>
          <a:bodyPr/>
          <a:lstStyle>
            <a:lvl1pPr>
              <a:defRPr b="0" spc="0">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noFill/>
        </p:spPr>
        <p:txBody>
          <a:bodyPr/>
          <a:lstStyle>
            <a:lvl1pPr>
              <a:defRPr>
                <a:solidFill>
                  <a:schemeClr val="bg1"/>
                </a:solidFill>
              </a:defRPr>
            </a:lvl1pPr>
          </a:lstStyle>
          <a:p>
            <a:fld id="{C58B63FC-A13C-4EAB-9220-41BEA3370D02}" type="datetime1">
              <a:rPr lang="en-US" smtClean="0"/>
              <a:t>6/18/2026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lvl1pPr>
              <a:defRPr>
                <a:solidFill>
                  <a:schemeClr val="bg1"/>
                </a:solidFill>
              </a:defRPr>
            </a:lvl1pPr>
          </a:lstStyle>
          <a:p>
            <a:fld id="{27F8DDA4-3B80-4E8A-A8F5-521F73BF9127}" type="slidenum">
              <a:rPr lang="en-US" smtClean="0"/>
              <a:t>‹#›</a:t>
            </a:fld>
            <a:endParaRPr lang="en-US"/>
          </a:p>
        </p:txBody>
      </p:sp>
      <p:cxnSp>
        <p:nvCxnSpPr>
          <p:cNvPr id="8" name="Straight Connector 7">
            <a:extLst>
              <a:ext uri="{FF2B5EF4-FFF2-40B4-BE49-F238E27FC236}">
                <a16:creationId xmlns:a16="http://schemas.microsoft.com/office/drawing/2014/main" id="{5129594E-9391-9519-E286-4ED9732CC6C8}"/>
              </a:ext>
              <a:ext uri="{C183D7F6-B498-43B3-948B-1728B52AA6E4}">
                <adec:decorative xmlns:adec="http://schemas.microsoft.com/office/drawing/2017/decorative" val="1"/>
              </a:ext>
            </a:extLst>
          </p:cNvPr>
          <p:cNvCxnSpPr>
            <a:cxnSpLocks/>
          </p:cNvCxnSpPr>
          <p:nvPr/>
        </p:nvCxnSpPr>
        <p:spPr>
          <a:xfrm>
            <a:off x="11509025" y="735417"/>
            <a:ext cx="0" cy="4185948"/>
          </a:xfrm>
          <a:prstGeom prst="line">
            <a:avLst/>
          </a:prstGeom>
          <a:ln w="12700">
            <a:solidFill>
              <a:srgbClr val="EFEDE7">
                <a:alpha val="75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7751178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type="obj" preserve="1">
  <p:cSld name="Number Large 4">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424EAB6-808C-672B-68A5-49764748CDD8}"/>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accent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3800723" y="5230607"/>
            <a:ext cx="7948445" cy="761041"/>
          </a:xfrm>
          <a:noFill/>
        </p:spPr>
        <p:txBody>
          <a:bodyPr anchor="t"/>
          <a:lstStyle>
            <a:lvl1pPr algn="r">
              <a:defRPr b="1" spc="100" baseline="0">
                <a:solidFill>
                  <a:schemeClr val="bg2"/>
                </a:solidFill>
                <a:latin typeface="+mn-lt"/>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434195" y="-657225"/>
            <a:ext cx="10924355" cy="5887832"/>
          </a:xfrm>
        </p:spPr>
        <p:txBody>
          <a:bodyPr lIns="0" tIns="0" rIns="0" bIns="0" anchor="ctr">
            <a:normAutofit/>
          </a:bodyPr>
          <a:lstStyle>
            <a:lvl1pPr marL="0" indent="0">
              <a:buNone/>
              <a:defRPr sz="31000" spc="-100" baseline="0">
                <a:solidFill>
                  <a:schemeClr val="bg2"/>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1" y="6032480"/>
            <a:ext cx="2137769" cy="365125"/>
          </a:xfrm>
          <a:noFill/>
        </p:spPr>
        <p:txBody>
          <a:bodyPr/>
          <a:lstStyle>
            <a:lvl1pPr>
              <a:defRPr b="0" spc="0">
                <a:solidFill>
                  <a:schemeClr val="bg2"/>
                </a:solidFil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noFill/>
        </p:spPr>
        <p:txBody>
          <a:bodyPr/>
          <a:lstStyle>
            <a:lvl1pPr>
              <a:defRPr>
                <a:solidFill>
                  <a:schemeClr val="bg2"/>
                </a:solidFill>
              </a:defRPr>
            </a:lvl1pPr>
          </a:lstStyle>
          <a:p>
            <a:fld id="{4D133BBB-C9BA-478D-ACC3-56E69C31B4D0}" type="datetime1">
              <a:rPr lang="en-US" smtClean="0"/>
              <a:t>6/18/2026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lvl1pPr>
              <a:defRPr>
                <a:solidFill>
                  <a:schemeClr val="bg2"/>
                </a:solidFill>
              </a:defRPr>
            </a:lvl1pPr>
          </a:lstStyle>
          <a:p>
            <a:fld id="{27F8DDA4-3B80-4E8A-A8F5-521F73BF9127}" type="slidenum">
              <a:rPr lang="en-US" smtClean="0"/>
              <a:t>‹#›</a:t>
            </a:fld>
            <a:endParaRPr lang="en-US"/>
          </a:p>
        </p:txBody>
      </p:sp>
      <p:cxnSp>
        <p:nvCxnSpPr>
          <p:cNvPr id="8" name="Straight Connector 7">
            <a:extLst>
              <a:ext uri="{FF2B5EF4-FFF2-40B4-BE49-F238E27FC236}">
                <a16:creationId xmlns:a16="http://schemas.microsoft.com/office/drawing/2014/main" id="{5129594E-9391-9519-E286-4ED9732CC6C8}"/>
              </a:ext>
              <a:ext uri="{C183D7F6-B498-43B3-948B-1728B52AA6E4}">
                <adec:decorative xmlns:adec="http://schemas.microsoft.com/office/drawing/2017/decorative" val="1"/>
              </a:ext>
            </a:extLst>
          </p:cNvPr>
          <p:cNvCxnSpPr>
            <a:cxnSpLocks/>
          </p:cNvCxnSpPr>
          <p:nvPr/>
        </p:nvCxnSpPr>
        <p:spPr>
          <a:xfrm>
            <a:off x="11509025" y="735417"/>
            <a:ext cx="0" cy="4185948"/>
          </a:xfrm>
          <a:prstGeom prst="line">
            <a:avLst/>
          </a:prstGeom>
          <a:ln w="12700">
            <a:solidFill>
              <a:srgbClr val="EFEDE7">
                <a:alpha val="75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492756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obj" preserve="1">
  <p:cSld name="Number Large 5">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424EAB6-808C-672B-68A5-49764748CDD8}"/>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accent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3800723" y="5122417"/>
            <a:ext cx="7948445" cy="869232"/>
          </a:xfrm>
          <a:noFill/>
        </p:spPr>
        <p:txBody>
          <a:bodyPr anchor="t">
            <a:normAutofit/>
          </a:bodyPr>
          <a:lstStyle>
            <a:lvl1pPr algn="r">
              <a:defRPr sz="2800" b="0" spc="100" baseline="0">
                <a:solidFill>
                  <a:schemeClr val="bg2"/>
                </a:solidFill>
                <a:latin typeface="+mj-lt"/>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434195" y="120765"/>
            <a:ext cx="10659375" cy="4800600"/>
          </a:xfrm>
        </p:spPr>
        <p:txBody>
          <a:bodyPr lIns="0" tIns="0" rIns="0" anchor="b">
            <a:normAutofit/>
          </a:bodyPr>
          <a:lstStyle>
            <a:lvl1pPr marL="0" indent="0">
              <a:spcBef>
                <a:spcPts val="0"/>
              </a:spcBef>
              <a:buNone/>
              <a:defRPr sz="31000" spc="-100" baseline="0">
                <a:ln w="15875">
                  <a:solidFill>
                    <a:schemeClr val="bg2"/>
                  </a:solidFill>
                </a:ln>
                <a:no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a:t>##%</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10263391" y="616226"/>
            <a:ext cx="1352320" cy="412474"/>
          </a:xfrm>
          <a:noFill/>
        </p:spPr>
        <p:txBody>
          <a:bodyPr anchor="t"/>
          <a:lstStyle>
            <a:lvl1pPr algn="r">
              <a:defRPr b="0" spc="0">
                <a:solidFill>
                  <a:schemeClr val="bg2"/>
                </a:solidFil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noFill/>
        </p:spPr>
        <p:txBody>
          <a:bodyPr/>
          <a:lstStyle>
            <a:lvl1pPr>
              <a:defRPr>
                <a:solidFill>
                  <a:schemeClr val="bg2"/>
                </a:solidFill>
              </a:defRPr>
            </a:lvl1pPr>
          </a:lstStyle>
          <a:p>
            <a:fld id="{D386BD3A-3427-4776-A455-FF38304F4878}" type="datetime1">
              <a:rPr lang="en-US" smtClean="0"/>
              <a:t>6/18/2026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lvl1pPr>
              <a:defRPr>
                <a:solidFill>
                  <a:schemeClr val="bg2"/>
                </a:solidFill>
              </a:defRPr>
            </a:lvl1pPr>
          </a:lstStyle>
          <a:p>
            <a:fld id="{27F8DDA4-3B80-4E8A-A8F5-521F73BF9127}" type="slidenum">
              <a:rPr lang="en-US" smtClean="0"/>
              <a:t>‹#›</a:t>
            </a:fld>
            <a:endParaRPr lang="en-US"/>
          </a:p>
        </p:txBody>
      </p:sp>
    </p:spTree>
    <p:extLst>
      <p:ext uri="{BB962C8B-B14F-4D97-AF65-F5344CB8AC3E}">
        <p14:creationId xmlns:p14="http://schemas.microsoft.com/office/powerpoint/2010/main" val="361894261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type="obj" preserve="1">
  <p:cSld name="Statem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65FCAFD-B73A-5597-B603-55FD5D3AAC1E}"/>
              </a:ext>
              <a:ext uri="{C183D7F6-B498-43B3-948B-1728B52AA6E4}">
                <adec:decorative xmlns:adec="http://schemas.microsoft.com/office/drawing/2017/decorative" val="1"/>
              </a:ext>
            </a:extLst>
          </p:cNvPr>
          <p:cNvSpPr/>
          <p:nvPr/>
        </p:nvSpPr>
        <p:spPr>
          <a:xfrm>
            <a:off x="1" y="0"/>
            <a:ext cx="12192000" cy="6858000"/>
          </a:xfrm>
          <a:prstGeom prst="rect">
            <a:avLst/>
          </a:prstGeom>
          <a:solidFill>
            <a:schemeClr val="accent2">
              <a:lumMod val="60000"/>
              <a:lumOff val="4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605431" y="-785191"/>
            <a:ext cx="10981137" cy="640080"/>
          </a:xfrm>
          <a:noFill/>
        </p:spPr>
        <p:txBody>
          <a:body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337930" y="1649896"/>
            <a:ext cx="10169921" cy="4949687"/>
          </a:xfrm>
        </p:spPr>
        <p:txBody>
          <a:bodyPr anchor="b">
            <a:normAutofit/>
          </a:bodyPr>
          <a:lstStyle>
            <a:lvl1pPr marL="0" indent="0">
              <a:lnSpc>
                <a:spcPct val="80000"/>
              </a:lnSpc>
              <a:spcBef>
                <a:spcPts val="0"/>
              </a:spcBef>
              <a:buNone/>
              <a:defRPr sz="7200" cap="all" spc="-100" baseline="0">
                <a:solidFill>
                  <a:schemeClr val="accent1"/>
                </a:solidFill>
                <a:latin typeface="+mj-lt"/>
              </a:defRPr>
            </a:lvl1pPr>
            <a:lvl2pPr marL="457200" indent="0">
              <a:lnSpc>
                <a:spcPct val="80000"/>
              </a:lnSpc>
              <a:buNone/>
              <a:defRPr sz="7200" cap="all" baseline="0">
                <a:solidFill>
                  <a:schemeClr val="bg1"/>
                </a:solidFill>
                <a:latin typeface="+mj-lt"/>
              </a:defRPr>
            </a:lvl2pPr>
            <a:lvl3pPr marL="914400" indent="0">
              <a:lnSpc>
                <a:spcPct val="80000"/>
              </a:lnSpc>
              <a:buNone/>
              <a:defRPr sz="7200" cap="all" baseline="0">
                <a:solidFill>
                  <a:schemeClr val="bg1"/>
                </a:solidFill>
                <a:latin typeface="+mj-lt"/>
              </a:defRPr>
            </a:lvl3pPr>
            <a:lvl4pPr marL="1371600" indent="0">
              <a:lnSpc>
                <a:spcPct val="80000"/>
              </a:lnSpc>
              <a:buNone/>
              <a:defRPr sz="6600" cap="all" baseline="0">
                <a:solidFill>
                  <a:schemeClr val="bg1"/>
                </a:solidFill>
                <a:latin typeface="+mj-lt"/>
              </a:defRPr>
            </a:lvl4pPr>
            <a:lvl5pPr marL="1828800" indent="0">
              <a:lnSpc>
                <a:spcPct val="80000"/>
              </a:lnSpc>
              <a:buNone/>
              <a:defRPr sz="6600" cap="all" baseline="0">
                <a:solidFill>
                  <a:schemeClr val="bg1"/>
                </a:solidFill>
                <a:latin typeface="+mj-lt"/>
              </a:defRPr>
            </a:lvl5pPr>
          </a:lstStyle>
          <a:p>
            <a:pPr lvl="0"/>
            <a:r>
              <a:rPr lang="en-US"/>
              <a:t>Click to edit statement</a:t>
            </a:r>
          </a:p>
        </p:txBody>
      </p:sp>
      <p:cxnSp>
        <p:nvCxnSpPr>
          <p:cNvPr id="9" name="Straight Connector 8">
            <a:extLst>
              <a:ext uri="{FF2B5EF4-FFF2-40B4-BE49-F238E27FC236}">
                <a16:creationId xmlns:a16="http://schemas.microsoft.com/office/drawing/2014/main" id="{E9C1887E-643E-BB68-F557-E1EAB0A0A644}"/>
              </a:ext>
              <a:ext uri="{C183D7F6-B498-43B3-948B-1728B52AA6E4}">
                <adec:decorative xmlns:adec="http://schemas.microsoft.com/office/drawing/2017/decorative" val="1"/>
              </a:ext>
            </a:extLst>
          </p:cNvPr>
          <p:cNvCxnSpPr>
            <a:cxnSpLocks/>
          </p:cNvCxnSpPr>
          <p:nvPr/>
        </p:nvCxnSpPr>
        <p:spPr>
          <a:xfrm flipH="1">
            <a:off x="926297" y="685800"/>
            <a:ext cx="10326757" cy="0"/>
          </a:xfrm>
          <a:prstGeom prst="line">
            <a:avLst/>
          </a:prstGeom>
          <a:ln w="12700">
            <a:solidFill>
              <a:schemeClr val="bg1">
                <a:alpha val="47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1" y="501227"/>
            <a:ext cx="1907799" cy="365125"/>
          </a:xfrm>
          <a:solidFill>
            <a:schemeClr val="accent2">
              <a:lumMod val="60000"/>
              <a:lumOff val="40000"/>
            </a:schemeClr>
          </a:solidFill>
        </p:spPr>
        <p:txBody>
          <a:bodyPr/>
          <a:lstStyle>
            <a:lvl1pPr>
              <a:defRPr b="0" spc="0">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9900458" y="501227"/>
            <a:ext cx="1256738" cy="365125"/>
          </a:xfrm>
          <a:solidFill>
            <a:schemeClr val="accent2">
              <a:lumMod val="60000"/>
              <a:lumOff val="40000"/>
            </a:schemeClr>
          </a:solidFill>
        </p:spPr>
        <p:txBody>
          <a:bodyPr/>
          <a:lstStyle>
            <a:lvl1pPr>
              <a:defRPr>
                <a:solidFill>
                  <a:schemeClr val="bg1"/>
                </a:solidFill>
              </a:defRPr>
            </a:lvl1pPr>
          </a:lstStyle>
          <a:p>
            <a:fld id="{90907655-BDED-4A88-9727-947E02456645}" type="datetime1">
              <a:rPr lang="en-US" smtClean="0"/>
              <a:t>6/18/2026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157196" y="501227"/>
            <a:ext cx="429372" cy="365125"/>
          </a:xfrm>
          <a:solidFill>
            <a:schemeClr val="accent2">
              <a:lumMod val="60000"/>
              <a:lumOff val="40000"/>
            </a:schemeClr>
          </a:solidFill>
        </p:spPr>
        <p:txBody>
          <a:bodyPr/>
          <a:lstStyle>
            <a:lvl1pPr>
              <a:defRPr>
                <a:solidFill>
                  <a:schemeClr val="bg1"/>
                </a:solidFill>
              </a:defRPr>
            </a:lvl1pPr>
          </a:lstStyle>
          <a:p>
            <a:fld id="{27F8DDA4-3B80-4E8A-A8F5-521F73BF9127}" type="slidenum">
              <a:rPr lang="en-US" smtClean="0"/>
              <a:t>‹#›</a:t>
            </a:fld>
            <a:endParaRPr lang="en-US"/>
          </a:p>
        </p:txBody>
      </p:sp>
    </p:spTree>
    <p:extLst>
      <p:ext uri="{BB962C8B-B14F-4D97-AF65-F5344CB8AC3E}">
        <p14:creationId xmlns:p14="http://schemas.microsoft.com/office/powerpoint/2010/main" val="405791942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obj" preserve="1">
  <p:cSld name="Statement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65FCAFD-B73A-5597-B603-55FD5D3AAC1E}"/>
              </a:ext>
              <a:ext uri="{C183D7F6-B498-43B3-948B-1728B52AA6E4}">
                <adec:decorative xmlns:adec="http://schemas.microsoft.com/office/drawing/2017/decorative" val="1"/>
              </a:ext>
            </a:extLst>
          </p:cNvPr>
          <p:cNvSpPr/>
          <p:nvPr/>
        </p:nvSpPr>
        <p:spPr>
          <a:xfrm>
            <a:off x="1" y="0"/>
            <a:ext cx="12192000" cy="6858000"/>
          </a:xfrm>
          <a:prstGeom prst="rect">
            <a:avLst/>
          </a:prstGeom>
          <a:solidFill>
            <a:schemeClr val="accent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605431" y="-785191"/>
            <a:ext cx="10981137" cy="640080"/>
          </a:xfrm>
          <a:noFill/>
        </p:spPr>
        <p:txBody>
          <a:body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337930" y="1649896"/>
            <a:ext cx="9666226" cy="4949687"/>
          </a:xfrm>
        </p:spPr>
        <p:txBody>
          <a:bodyPr anchor="b">
            <a:normAutofit/>
          </a:bodyPr>
          <a:lstStyle>
            <a:lvl1pPr marL="0" indent="0">
              <a:lnSpc>
                <a:spcPct val="80000"/>
              </a:lnSpc>
              <a:spcBef>
                <a:spcPts val="0"/>
              </a:spcBef>
              <a:buNone/>
              <a:defRPr sz="7200" cap="all" spc="-100" baseline="0">
                <a:solidFill>
                  <a:schemeClr val="accent2">
                    <a:lumMod val="40000"/>
                    <a:lumOff val="60000"/>
                  </a:schemeClr>
                </a:solidFill>
                <a:latin typeface="+mj-lt"/>
              </a:defRPr>
            </a:lvl1pPr>
            <a:lvl2pPr marL="457200" indent="0">
              <a:lnSpc>
                <a:spcPct val="80000"/>
              </a:lnSpc>
              <a:buNone/>
              <a:defRPr sz="7200" cap="all" baseline="0">
                <a:solidFill>
                  <a:schemeClr val="bg1"/>
                </a:solidFill>
                <a:latin typeface="+mj-lt"/>
              </a:defRPr>
            </a:lvl2pPr>
            <a:lvl3pPr marL="914400" indent="0">
              <a:lnSpc>
                <a:spcPct val="80000"/>
              </a:lnSpc>
              <a:buNone/>
              <a:defRPr sz="7200" cap="all" baseline="0">
                <a:solidFill>
                  <a:schemeClr val="bg1"/>
                </a:solidFill>
                <a:latin typeface="+mj-lt"/>
              </a:defRPr>
            </a:lvl3pPr>
            <a:lvl4pPr marL="1371600" indent="0">
              <a:lnSpc>
                <a:spcPct val="80000"/>
              </a:lnSpc>
              <a:buNone/>
              <a:defRPr sz="6600" cap="all" baseline="0">
                <a:solidFill>
                  <a:schemeClr val="bg1"/>
                </a:solidFill>
                <a:latin typeface="+mj-lt"/>
              </a:defRPr>
            </a:lvl4pPr>
            <a:lvl5pPr marL="1828800" indent="0">
              <a:lnSpc>
                <a:spcPct val="80000"/>
              </a:lnSpc>
              <a:buNone/>
              <a:defRPr sz="6600" cap="all" baseline="0">
                <a:solidFill>
                  <a:schemeClr val="bg1"/>
                </a:solidFill>
                <a:latin typeface="+mj-lt"/>
              </a:defRPr>
            </a:lvl5pPr>
          </a:lstStyle>
          <a:p>
            <a:pPr lvl="0"/>
            <a:r>
              <a:rPr lang="en-US"/>
              <a:t>Click to edit statement</a:t>
            </a:r>
          </a:p>
        </p:txBody>
      </p:sp>
      <p:cxnSp>
        <p:nvCxnSpPr>
          <p:cNvPr id="9" name="Straight Connector 8">
            <a:extLst>
              <a:ext uri="{FF2B5EF4-FFF2-40B4-BE49-F238E27FC236}">
                <a16:creationId xmlns:a16="http://schemas.microsoft.com/office/drawing/2014/main" id="{E9C1887E-643E-BB68-F557-E1EAB0A0A644}"/>
              </a:ext>
              <a:ext uri="{C183D7F6-B498-43B3-948B-1728B52AA6E4}">
                <adec:decorative xmlns:adec="http://schemas.microsoft.com/office/drawing/2017/decorative" val="1"/>
              </a:ext>
            </a:extLst>
          </p:cNvPr>
          <p:cNvCxnSpPr>
            <a:cxnSpLocks/>
          </p:cNvCxnSpPr>
          <p:nvPr/>
        </p:nvCxnSpPr>
        <p:spPr>
          <a:xfrm flipH="1">
            <a:off x="926297" y="729532"/>
            <a:ext cx="10326757" cy="0"/>
          </a:xfrm>
          <a:prstGeom prst="line">
            <a:avLst/>
          </a:prstGeom>
          <a:ln w="12700">
            <a:solidFill>
              <a:schemeClr val="bg1">
                <a:alpha val="47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1" y="501227"/>
            <a:ext cx="1907799" cy="365125"/>
          </a:xfrm>
          <a:solidFill>
            <a:schemeClr val="accent2"/>
          </a:solidFill>
        </p:spPr>
        <p:txBody>
          <a:bodyPr/>
          <a:lstStyle>
            <a:lvl1pPr>
              <a:defRPr b="0" spc="0">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9900458" y="544329"/>
            <a:ext cx="1256738" cy="365125"/>
          </a:xfrm>
          <a:solidFill>
            <a:schemeClr val="accent2"/>
          </a:solidFill>
        </p:spPr>
        <p:txBody>
          <a:bodyPr/>
          <a:lstStyle>
            <a:lvl1pPr>
              <a:defRPr>
                <a:solidFill>
                  <a:schemeClr val="bg1"/>
                </a:solidFill>
              </a:defRPr>
            </a:lvl1pPr>
          </a:lstStyle>
          <a:p>
            <a:fld id="{F0400140-9243-4AE1-A76C-D8BD9EF938F5}" type="datetime1">
              <a:rPr lang="en-US" smtClean="0"/>
              <a:t>6/18/2026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157195" y="544329"/>
            <a:ext cx="449721" cy="365125"/>
          </a:xfrm>
          <a:solidFill>
            <a:schemeClr val="accent2"/>
          </a:solidFill>
        </p:spPr>
        <p:txBody>
          <a:bodyPr/>
          <a:lstStyle>
            <a:lvl1pPr>
              <a:defRPr>
                <a:solidFill>
                  <a:schemeClr val="bg1"/>
                </a:solidFill>
              </a:defRPr>
            </a:lvl1pPr>
          </a:lstStyle>
          <a:p>
            <a:fld id="{27F8DDA4-3B80-4E8A-A8F5-521F73BF9127}" type="slidenum">
              <a:rPr lang="en-US" smtClean="0"/>
              <a:t>‹#›</a:t>
            </a:fld>
            <a:endParaRPr lang="en-US"/>
          </a:p>
        </p:txBody>
      </p:sp>
    </p:spTree>
    <p:extLst>
      <p:ext uri="{BB962C8B-B14F-4D97-AF65-F5344CB8AC3E}">
        <p14:creationId xmlns:p14="http://schemas.microsoft.com/office/powerpoint/2010/main" val="254914266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type="obj" preserve="1">
  <p:cSld name="Statement 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65FCAFD-B73A-5597-B603-55FD5D3AAC1E}"/>
              </a:ext>
              <a:ext uri="{C183D7F6-B498-43B3-948B-1728B52AA6E4}">
                <adec:decorative xmlns:adec="http://schemas.microsoft.com/office/drawing/2017/decorative" val="1"/>
              </a:ext>
            </a:extLst>
          </p:cNvPr>
          <p:cNvSpPr/>
          <p:nvPr/>
        </p:nvSpPr>
        <p:spPr>
          <a:xfrm>
            <a:off x="1" y="0"/>
            <a:ext cx="12192000" cy="6858000"/>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605431" y="-785191"/>
            <a:ext cx="10981137" cy="640080"/>
          </a:xfrm>
          <a:noFill/>
        </p:spPr>
        <p:txBody>
          <a:body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337930" y="441641"/>
            <a:ext cx="9796670" cy="4358960"/>
          </a:xfrm>
        </p:spPr>
        <p:txBody>
          <a:bodyPr anchor="t">
            <a:normAutofit/>
          </a:bodyPr>
          <a:lstStyle>
            <a:lvl1pPr marL="0" indent="0">
              <a:lnSpc>
                <a:spcPct val="80000"/>
              </a:lnSpc>
              <a:spcBef>
                <a:spcPts val="0"/>
              </a:spcBef>
              <a:buNone/>
              <a:defRPr sz="7200" cap="all" spc="-100" baseline="0">
                <a:solidFill>
                  <a:schemeClr val="accent2"/>
                </a:solidFill>
                <a:latin typeface="+mj-lt"/>
              </a:defRPr>
            </a:lvl1pPr>
            <a:lvl2pPr marL="457200" indent="0">
              <a:lnSpc>
                <a:spcPct val="80000"/>
              </a:lnSpc>
              <a:buNone/>
              <a:defRPr sz="7200" cap="all" baseline="0">
                <a:solidFill>
                  <a:schemeClr val="bg1"/>
                </a:solidFill>
                <a:latin typeface="+mj-lt"/>
              </a:defRPr>
            </a:lvl2pPr>
            <a:lvl3pPr marL="914400" indent="0">
              <a:lnSpc>
                <a:spcPct val="80000"/>
              </a:lnSpc>
              <a:buNone/>
              <a:defRPr sz="7200" cap="all" baseline="0">
                <a:solidFill>
                  <a:schemeClr val="bg1"/>
                </a:solidFill>
                <a:latin typeface="+mj-lt"/>
              </a:defRPr>
            </a:lvl3pPr>
            <a:lvl4pPr marL="1371600" indent="0">
              <a:lnSpc>
                <a:spcPct val="80000"/>
              </a:lnSpc>
              <a:buNone/>
              <a:defRPr sz="6600" cap="all" baseline="0">
                <a:solidFill>
                  <a:schemeClr val="bg1"/>
                </a:solidFill>
                <a:latin typeface="+mj-lt"/>
              </a:defRPr>
            </a:lvl4pPr>
            <a:lvl5pPr marL="1828800" indent="0">
              <a:lnSpc>
                <a:spcPct val="80000"/>
              </a:lnSpc>
              <a:buNone/>
              <a:defRPr sz="6600" cap="all" baseline="0">
                <a:solidFill>
                  <a:schemeClr val="bg1"/>
                </a:solidFill>
                <a:latin typeface="+mj-lt"/>
              </a:defRPr>
            </a:lvl5pPr>
          </a:lstStyle>
          <a:p>
            <a:pPr lvl="0"/>
            <a:r>
              <a:rPr lang="en-US"/>
              <a:t>Click to edit statement</a:t>
            </a:r>
          </a:p>
        </p:txBody>
      </p:sp>
      <p:cxnSp>
        <p:nvCxnSpPr>
          <p:cNvPr id="9" name="Straight Connector 8">
            <a:extLst>
              <a:ext uri="{FF2B5EF4-FFF2-40B4-BE49-F238E27FC236}">
                <a16:creationId xmlns:a16="http://schemas.microsoft.com/office/drawing/2014/main" id="{E9C1887E-643E-BB68-F557-E1EAB0A0A644}"/>
              </a:ext>
              <a:ext uri="{C183D7F6-B498-43B3-948B-1728B52AA6E4}">
                <adec:decorative xmlns:adec="http://schemas.microsoft.com/office/drawing/2017/decorative" val="1"/>
              </a:ext>
            </a:extLst>
          </p:cNvPr>
          <p:cNvCxnSpPr>
            <a:cxnSpLocks/>
          </p:cNvCxnSpPr>
          <p:nvPr/>
        </p:nvCxnSpPr>
        <p:spPr>
          <a:xfrm flipH="1">
            <a:off x="926297" y="6172200"/>
            <a:ext cx="10326757" cy="0"/>
          </a:xfrm>
          <a:prstGeom prst="line">
            <a:avLst/>
          </a:prstGeom>
          <a:ln w="12700">
            <a:solidFill>
              <a:schemeClr val="tx2">
                <a:alpha val="47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1" y="6029270"/>
            <a:ext cx="1907799" cy="365125"/>
          </a:xfrm>
          <a:solidFill>
            <a:schemeClr val="bg2"/>
          </a:solidFill>
        </p:spPr>
        <p:txBody>
          <a:bodyPr/>
          <a:lstStyle>
            <a:lvl1pPr>
              <a:defRPr b="0" spc="0">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134599" y="6029271"/>
            <a:ext cx="1098141" cy="365125"/>
          </a:xfrm>
          <a:solidFill>
            <a:schemeClr val="bg2"/>
          </a:solidFill>
        </p:spPr>
        <p:txBody>
          <a:bodyPr/>
          <a:lstStyle>
            <a:lvl1pPr>
              <a:defRPr>
                <a:solidFill>
                  <a:schemeClr val="tx2"/>
                </a:solidFill>
              </a:defRPr>
            </a:lvl1pPr>
          </a:lstStyle>
          <a:p>
            <a:fld id="{F978418A-E4AD-4F4D-B99D-9E40C1234D23}" type="datetime1">
              <a:rPr lang="en-US" smtClean="0"/>
              <a:t>6/18/2026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32741" y="6029271"/>
            <a:ext cx="429372" cy="365125"/>
          </a:xfrm>
          <a:solidFill>
            <a:schemeClr val="bg2"/>
          </a:solidFill>
        </p:spPr>
        <p:txBody>
          <a:bodyPr/>
          <a:lstStyle>
            <a:lvl1pPr>
              <a:defRPr>
                <a:solidFill>
                  <a:schemeClr val="tx2"/>
                </a:solidFill>
              </a:defRPr>
            </a:lvl1pPr>
          </a:lstStyle>
          <a:p>
            <a:fld id="{27F8DDA4-3B80-4E8A-A8F5-521F73BF9127}" type="slidenum">
              <a:rPr lang="en-US" smtClean="0"/>
              <a:t>‹#›</a:t>
            </a:fld>
            <a:endParaRPr lang="en-US"/>
          </a:p>
        </p:txBody>
      </p:sp>
    </p:spTree>
    <p:extLst>
      <p:ext uri="{BB962C8B-B14F-4D97-AF65-F5344CB8AC3E}">
        <p14:creationId xmlns:p14="http://schemas.microsoft.com/office/powerpoint/2010/main" val="3337729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type="obj" preserve="1">
  <p:cSld name="Statement 4">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65FCAFD-B73A-5597-B603-55FD5D3AAC1E}"/>
              </a:ext>
              <a:ext uri="{C183D7F6-B498-43B3-948B-1728B52AA6E4}">
                <adec:decorative xmlns:adec="http://schemas.microsoft.com/office/drawing/2017/decorative" val="1"/>
              </a:ext>
            </a:extLst>
          </p:cNvPr>
          <p:cNvSpPr/>
          <p:nvPr/>
        </p:nvSpPr>
        <p:spPr>
          <a:xfrm>
            <a:off x="1" y="0"/>
            <a:ext cx="12192000" cy="6858000"/>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605431" y="-785191"/>
            <a:ext cx="10981137" cy="640080"/>
          </a:xfrm>
          <a:noFill/>
        </p:spPr>
        <p:txBody>
          <a:body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337930" y="441641"/>
            <a:ext cx="9796670" cy="4358960"/>
          </a:xfrm>
        </p:spPr>
        <p:txBody>
          <a:bodyPr anchor="t">
            <a:normAutofit/>
          </a:bodyPr>
          <a:lstStyle>
            <a:lvl1pPr marL="0" indent="0">
              <a:lnSpc>
                <a:spcPct val="80000"/>
              </a:lnSpc>
              <a:spcBef>
                <a:spcPts val="0"/>
              </a:spcBef>
              <a:buNone/>
              <a:defRPr sz="7200" cap="all" spc="-100" baseline="0">
                <a:solidFill>
                  <a:schemeClr val="accent3"/>
                </a:solidFill>
                <a:latin typeface="+mj-lt"/>
              </a:defRPr>
            </a:lvl1pPr>
            <a:lvl2pPr marL="457200" indent="0">
              <a:lnSpc>
                <a:spcPct val="80000"/>
              </a:lnSpc>
              <a:buNone/>
              <a:defRPr sz="7200" cap="all" baseline="0">
                <a:solidFill>
                  <a:schemeClr val="bg1"/>
                </a:solidFill>
                <a:latin typeface="+mj-lt"/>
              </a:defRPr>
            </a:lvl2pPr>
            <a:lvl3pPr marL="914400" indent="0">
              <a:lnSpc>
                <a:spcPct val="80000"/>
              </a:lnSpc>
              <a:buNone/>
              <a:defRPr sz="7200" cap="all" baseline="0">
                <a:solidFill>
                  <a:schemeClr val="bg1"/>
                </a:solidFill>
                <a:latin typeface="+mj-lt"/>
              </a:defRPr>
            </a:lvl3pPr>
            <a:lvl4pPr marL="1371600" indent="0">
              <a:lnSpc>
                <a:spcPct val="80000"/>
              </a:lnSpc>
              <a:buNone/>
              <a:defRPr sz="6600" cap="all" baseline="0">
                <a:solidFill>
                  <a:schemeClr val="bg1"/>
                </a:solidFill>
                <a:latin typeface="+mj-lt"/>
              </a:defRPr>
            </a:lvl4pPr>
            <a:lvl5pPr marL="1828800" indent="0">
              <a:lnSpc>
                <a:spcPct val="80000"/>
              </a:lnSpc>
              <a:buNone/>
              <a:defRPr sz="6600" cap="all" baseline="0">
                <a:solidFill>
                  <a:schemeClr val="bg1"/>
                </a:solidFill>
                <a:latin typeface="+mj-lt"/>
              </a:defRPr>
            </a:lvl5pPr>
          </a:lstStyle>
          <a:p>
            <a:pPr lvl="0"/>
            <a:r>
              <a:rPr lang="en-US"/>
              <a:t>Click to edit statement</a:t>
            </a:r>
          </a:p>
        </p:txBody>
      </p:sp>
      <p:cxnSp>
        <p:nvCxnSpPr>
          <p:cNvPr id="9" name="Straight Connector 8">
            <a:extLst>
              <a:ext uri="{FF2B5EF4-FFF2-40B4-BE49-F238E27FC236}">
                <a16:creationId xmlns:a16="http://schemas.microsoft.com/office/drawing/2014/main" id="{E9C1887E-643E-BB68-F557-E1EAB0A0A644}"/>
              </a:ext>
              <a:ext uri="{C183D7F6-B498-43B3-948B-1728B52AA6E4}">
                <adec:decorative xmlns:adec="http://schemas.microsoft.com/office/drawing/2017/decorative" val="1"/>
              </a:ext>
            </a:extLst>
          </p:cNvPr>
          <p:cNvCxnSpPr>
            <a:cxnSpLocks/>
          </p:cNvCxnSpPr>
          <p:nvPr/>
        </p:nvCxnSpPr>
        <p:spPr>
          <a:xfrm flipH="1">
            <a:off x="926297" y="6172200"/>
            <a:ext cx="10326757" cy="0"/>
          </a:xfrm>
          <a:prstGeom prst="line">
            <a:avLst/>
          </a:prstGeom>
          <a:ln w="12700">
            <a:solidFill>
              <a:schemeClr val="tx2">
                <a:alpha val="47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1" y="6029270"/>
            <a:ext cx="1907799" cy="365125"/>
          </a:xfrm>
          <a:solidFill>
            <a:schemeClr val="bg2"/>
          </a:solidFill>
        </p:spPr>
        <p:txBody>
          <a:bodyPr/>
          <a:lstStyle>
            <a:lvl1pPr>
              <a:defRPr b="0" spc="0">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134599" y="6029271"/>
            <a:ext cx="1098141" cy="365125"/>
          </a:xfrm>
          <a:solidFill>
            <a:schemeClr val="bg2"/>
          </a:solidFill>
        </p:spPr>
        <p:txBody>
          <a:bodyPr/>
          <a:lstStyle>
            <a:lvl1pPr>
              <a:defRPr>
                <a:solidFill>
                  <a:schemeClr val="tx2"/>
                </a:solidFill>
              </a:defRPr>
            </a:lvl1pPr>
          </a:lstStyle>
          <a:p>
            <a:fld id="{1A57725C-F3FD-4B16-984B-FC904AD58D64}" type="datetime1">
              <a:rPr lang="en-US" smtClean="0"/>
              <a:t>6/18/2026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32741" y="6029271"/>
            <a:ext cx="429372" cy="365125"/>
          </a:xfrm>
          <a:solidFill>
            <a:schemeClr val="bg2"/>
          </a:solidFill>
        </p:spPr>
        <p:txBody>
          <a:bodyPr/>
          <a:lstStyle>
            <a:lvl1pPr>
              <a:defRPr>
                <a:solidFill>
                  <a:schemeClr val="tx2"/>
                </a:solidFill>
              </a:defRPr>
            </a:lvl1pPr>
          </a:lstStyle>
          <a:p>
            <a:fld id="{27F8DDA4-3B80-4E8A-A8F5-521F73BF9127}" type="slidenum">
              <a:rPr lang="en-US" smtClean="0"/>
              <a:t>‹#›</a:t>
            </a:fld>
            <a:endParaRPr lang="en-US"/>
          </a:p>
        </p:txBody>
      </p:sp>
    </p:spTree>
    <p:extLst>
      <p:ext uri="{BB962C8B-B14F-4D97-AF65-F5344CB8AC3E}">
        <p14:creationId xmlns:p14="http://schemas.microsoft.com/office/powerpoint/2010/main" val="347219485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type="obj" preserve="1">
  <p:cSld name="Statement 5">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65FCAFD-B73A-5597-B603-55FD5D3AAC1E}"/>
              </a:ext>
              <a:ext uri="{C183D7F6-B498-43B3-948B-1728B52AA6E4}">
                <adec:decorative xmlns:adec="http://schemas.microsoft.com/office/drawing/2017/decorative" val="1"/>
              </a:ext>
            </a:extLst>
          </p:cNvPr>
          <p:cNvSpPr/>
          <p:nvPr/>
        </p:nvSpPr>
        <p:spPr>
          <a:xfrm>
            <a:off x="1" y="0"/>
            <a:ext cx="12192000" cy="6858000"/>
          </a:xfrm>
          <a:prstGeom prst="rect">
            <a:avLst/>
          </a:prstGeom>
          <a:solidFill>
            <a:schemeClr val="accent5">
              <a:lumMod val="40000"/>
              <a:lumOff val="6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605431" y="-785191"/>
            <a:ext cx="10981137" cy="640080"/>
          </a:xfrm>
          <a:noFill/>
        </p:spPr>
        <p:txBody>
          <a:body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337930" y="441641"/>
            <a:ext cx="9796670" cy="4358960"/>
          </a:xfrm>
        </p:spPr>
        <p:txBody>
          <a:bodyPr anchor="t">
            <a:normAutofit/>
          </a:bodyPr>
          <a:lstStyle>
            <a:lvl1pPr marL="0" indent="0">
              <a:lnSpc>
                <a:spcPct val="80000"/>
              </a:lnSpc>
              <a:spcBef>
                <a:spcPts val="0"/>
              </a:spcBef>
              <a:buNone/>
              <a:defRPr sz="7200" cap="all" spc="-100" baseline="0">
                <a:solidFill>
                  <a:schemeClr val="accent5"/>
                </a:solidFill>
                <a:latin typeface="+mj-lt"/>
              </a:defRPr>
            </a:lvl1pPr>
            <a:lvl2pPr marL="457200" indent="0">
              <a:lnSpc>
                <a:spcPct val="80000"/>
              </a:lnSpc>
              <a:buNone/>
              <a:defRPr sz="7200" cap="all" baseline="0">
                <a:solidFill>
                  <a:schemeClr val="bg1"/>
                </a:solidFill>
                <a:latin typeface="+mj-lt"/>
              </a:defRPr>
            </a:lvl2pPr>
            <a:lvl3pPr marL="914400" indent="0">
              <a:lnSpc>
                <a:spcPct val="80000"/>
              </a:lnSpc>
              <a:buNone/>
              <a:defRPr sz="7200" cap="all" baseline="0">
                <a:solidFill>
                  <a:schemeClr val="bg1"/>
                </a:solidFill>
                <a:latin typeface="+mj-lt"/>
              </a:defRPr>
            </a:lvl3pPr>
            <a:lvl4pPr marL="1371600" indent="0">
              <a:lnSpc>
                <a:spcPct val="80000"/>
              </a:lnSpc>
              <a:buNone/>
              <a:defRPr sz="6600" cap="all" baseline="0">
                <a:solidFill>
                  <a:schemeClr val="bg1"/>
                </a:solidFill>
                <a:latin typeface="+mj-lt"/>
              </a:defRPr>
            </a:lvl4pPr>
            <a:lvl5pPr marL="1828800" indent="0">
              <a:lnSpc>
                <a:spcPct val="80000"/>
              </a:lnSpc>
              <a:buNone/>
              <a:defRPr sz="6600" cap="all" baseline="0">
                <a:solidFill>
                  <a:schemeClr val="bg1"/>
                </a:solidFill>
                <a:latin typeface="+mj-lt"/>
              </a:defRPr>
            </a:lvl5pPr>
          </a:lstStyle>
          <a:p>
            <a:pPr lvl="0"/>
            <a:r>
              <a:rPr lang="en-US"/>
              <a:t>Click to edit statement</a:t>
            </a:r>
          </a:p>
        </p:txBody>
      </p:sp>
      <p:cxnSp>
        <p:nvCxnSpPr>
          <p:cNvPr id="9" name="Straight Connector 8">
            <a:extLst>
              <a:ext uri="{FF2B5EF4-FFF2-40B4-BE49-F238E27FC236}">
                <a16:creationId xmlns:a16="http://schemas.microsoft.com/office/drawing/2014/main" id="{E9C1887E-643E-BB68-F557-E1EAB0A0A644}"/>
              </a:ext>
              <a:ext uri="{C183D7F6-B498-43B3-948B-1728B52AA6E4}">
                <adec:decorative xmlns:adec="http://schemas.microsoft.com/office/drawing/2017/decorative" val="1"/>
              </a:ext>
            </a:extLst>
          </p:cNvPr>
          <p:cNvCxnSpPr>
            <a:cxnSpLocks/>
          </p:cNvCxnSpPr>
          <p:nvPr/>
        </p:nvCxnSpPr>
        <p:spPr>
          <a:xfrm flipH="1">
            <a:off x="926297" y="6172200"/>
            <a:ext cx="10326757" cy="0"/>
          </a:xfrm>
          <a:prstGeom prst="line">
            <a:avLst/>
          </a:prstGeom>
          <a:ln w="12700">
            <a:solidFill>
              <a:schemeClr val="tx2">
                <a:alpha val="47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1" y="6029270"/>
            <a:ext cx="1907799" cy="365125"/>
          </a:xfrm>
          <a:solidFill>
            <a:schemeClr val="accent5">
              <a:lumMod val="40000"/>
              <a:lumOff val="60000"/>
            </a:schemeClr>
          </a:solidFill>
        </p:spPr>
        <p:txBody>
          <a:bodyPr/>
          <a:lstStyle>
            <a:lvl1pPr>
              <a:defRPr b="0" spc="0">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134599" y="6029271"/>
            <a:ext cx="1098141" cy="365125"/>
          </a:xfrm>
          <a:solidFill>
            <a:schemeClr val="accent5">
              <a:lumMod val="40000"/>
              <a:lumOff val="60000"/>
            </a:schemeClr>
          </a:solidFill>
        </p:spPr>
        <p:txBody>
          <a:bodyPr/>
          <a:lstStyle>
            <a:lvl1pPr>
              <a:defRPr>
                <a:solidFill>
                  <a:schemeClr val="tx2"/>
                </a:solidFill>
              </a:defRPr>
            </a:lvl1pPr>
          </a:lstStyle>
          <a:p>
            <a:fld id="{F4C780C6-F0FD-455F-A2B8-0A9691723AFF}" type="datetime1">
              <a:rPr lang="en-US" smtClean="0"/>
              <a:t>6/18/2026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32741" y="6029271"/>
            <a:ext cx="429372" cy="365125"/>
          </a:xfrm>
          <a:solidFill>
            <a:schemeClr val="accent5">
              <a:lumMod val="40000"/>
              <a:lumOff val="60000"/>
            </a:schemeClr>
          </a:solidFill>
        </p:spPr>
        <p:txBody>
          <a:bodyPr/>
          <a:lstStyle>
            <a:lvl1pPr>
              <a:defRPr>
                <a:solidFill>
                  <a:schemeClr val="tx2"/>
                </a:solidFill>
              </a:defRPr>
            </a:lvl1pPr>
          </a:lstStyle>
          <a:p>
            <a:fld id="{27F8DDA4-3B80-4E8A-A8F5-521F73BF9127}" type="slidenum">
              <a:rPr lang="en-US" smtClean="0"/>
              <a:t>‹#›</a:t>
            </a:fld>
            <a:endParaRPr lang="en-US"/>
          </a:p>
        </p:txBody>
      </p:sp>
    </p:spTree>
    <p:extLst>
      <p:ext uri="{BB962C8B-B14F-4D97-AF65-F5344CB8AC3E}">
        <p14:creationId xmlns:p14="http://schemas.microsoft.com/office/powerpoint/2010/main" val="275482580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5052C017-FC5C-A7A2-BA15-6C113717C33C}"/>
              </a:ext>
              <a:ext uri="{C183D7F6-B498-43B3-948B-1728B52AA6E4}">
                <adec:decorative xmlns:adec="http://schemas.microsoft.com/office/drawing/2017/decorative" val="1"/>
              </a:ext>
            </a:extLst>
          </p:cNvPr>
          <p:cNvSpPr/>
          <p:nvPr/>
        </p:nvSpPr>
        <p:spPr>
          <a:xfrm>
            <a:off x="0" y="0"/>
            <a:ext cx="12191999" cy="6858001"/>
          </a:xfrm>
          <a:prstGeom prst="rect">
            <a:avLst/>
          </a:prstGeom>
          <a:solidFill>
            <a:schemeClr val="accent3">
              <a:lumMod val="60000"/>
              <a:lumOff val="4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sp>
        <p:nvSpPr>
          <p:cNvPr id="8" name="Rectangle 7">
            <a:extLst>
              <a:ext uri="{FF2B5EF4-FFF2-40B4-BE49-F238E27FC236}">
                <a16:creationId xmlns:a16="http://schemas.microsoft.com/office/drawing/2014/main" id="{358D5F78-0179-D9C3-74D3-62CE152FFECE}"/>
              </a:ext>
              <a:ext uri="{C183D7F6-B498-43B3-948B-1728B52AA6E4}">
                <adec:decorative xmlns:adec="http://schemas.microsoft.com/office/drawing/2017/decorative" val="1"/>
              </a:ext>
            </a:extLst>
          </p:cNvPr>
          <p:cNvSpPr/>
          <p:nvPr/>
        </p:nvSpPr>
        <p:spPr>
          <a:xfrm>
            <a:off x="1" y="2"/>
            <a:ext cx="8763000" cy="5038338"/>
          </a:xfrm>
          <a:prstGeom prst="rect">
            <a:avLst/>
          </a:prstGeom>
          <a:solidFill>
            <a:schemeClr val="accent3">
              <a:lumMod val="40000"/>
              <a:lumOff val="6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Connector 19">
            <a:extLst>
              <a:ext uri="{FF2B5EF4-FFF2-40B4-BE49-F238E27FC236}">
                <a16:creationId xmlns:a16="http://schemas.microsoft.com/office/drawing/2014/main" id="{ABB386FE-4A21-B72A-BB2B-D4FDFDC3ECA5}"/>
              </a:ext>
              <a:ext uri="{C183D7F6-B498-43B3-948B-1728B52AA6E4}">
                <adec:decorative xmlns:adec="http://schemas.microsoft.com/office/drawing/2017/decorative" val="1"/>
              </a:ext>
            </a:extLst>
          </p:cNvPr>
          <p:cNvCxnSpPr>
            <a:cxnSpLocks/>
          </p:cNvCxnSpPr>
          <p:nvPr/>
        </p:nvCxnSpPr>
        <p:spPr>
          <a:xfrm flipH="1">
            <a:off x="722427" y="6212437"/>
            <a:ext cx="10808612" cy="0"/>
          </a:xfrm>
          <a:prstGeom prst="line">
            <a:avLst/>
          </a:prstGeom>
          <a:ln w="12700">
            <a:solidFill>
              <a:schemeClr val="accent5">
                <a:alpha val="45000"/>
              </a:schemeClr>
            </a:solidFill>
          </a:ln>
        </p:spPr>
        <p:style>
          <a:lnRef idx="1">
            <a:schemeClr val="accent1"/>
          </a:lnRef>
          <a:fillRef idx="0">
            <a:schemeClr val="accent1"/>
          </a:fillRef>
          <a:effectRef idx="0">
            <a:schemeClr val="accent1"/>
          </a:effectRef>
          <a:fontRef idx="minor">
            <a:schemeClr val="tx1"/>
          </a:fontRef>
        </p:style>
      </p:cxnSp>
      <p:sp>
        <p:nvSpPr>
          <p:cNvPr id="7" name="Title 6">
            <a:extLst>
              <a:ext uri="{FF2B5EF4-FFF2-40B4-BE49-F238E27FC236}">
                <a16:creationId xmlns:a16="http://schemas.microsoft.com/office/drawing/2014/main" id="{D4813FB1-9165-4DD7-C4C2-EAFC20602DB8}"/>
              </a:ext>
            </a:extLst>
          </p:cNvPr>
          <p:cNvSpPr>
            <a:spLocks noGrp="1"/>
          </p:cNvSpPr>
          <p:nvPr>
            <p:ph type="title" hasCustomPrompt="1"/>
          </p:nvPr>
        </p:nvSpPr>
        <p:spPr>
          <a:xfrm>
            <a:off x="4114800" y="5410203"/>
            <a:ext cx="7543800" cy="372746"/>
          </a:xfrm>
          <a:noFill/>
        </p:spPr>
        <p:txBody>
          <a:bodyPr tIns="91440" bIns="91440" anchor="ctr">
            <a:normAutofit/>
          </a:bodyPr>
          <a:lstStyle>
            <a:lvl1pPr algn="r">
              <a:defRPr sz="2000">
                <a:solidFill>
                  <a:schemeClr val="accent1"/>
                </a:solidFill>
              </a:defRPr>
            </a:lvl1pPr>
          </a:lstStyle>
          <a:p>
            <a:r>
              <a:rPr lang="en-US"/>
              <a:t>Quote Author</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603504" y="725556"/>
            <a:ext cx="8845296" cy="3656168"/>
          </a:xfrm>
        </p:spPr>
        <p:txBody>
          <a:bodyPr>
            <a:normAutofit/>
          </a:bodyPr>
          <a:lstStyle>
            <a:lvl1pPr marL="228600" indent="-228600">
              <a:lnSpc>
                <a:spcPct val="85000"/>
              </a:lnSpc>
              <a:spcBef>
                <a:spcPts val="0"/>
              </a:spcBef>
              <a:buNone/>
              <a:defRPr sz="5800" b="0" cap="all" spc="0" baseline="0">
                <a:solidFill>
                  <a:schemeClr val="accent5"/>
                </a:solidFill>
                <a:latin typeface="+mj-lt"/>
              </a:defRPr>
            </a:lvl1pPr>
          </a:lstStyle>
          <a:p>
            <a:pPr lvl="0"/>
            <a:r>
              <a:rPr lang="en-US"/>
              <a:t>Click to edit quote</a:t>
            </a:r>
          </a:p>
        </p:txBody>
      </p:sp>
      <p:sp>
        <p:nvSpPr>
          <p:cNvPr id="10" name="Footer Placeholder 9">
            <a:extLst>
              <a:ext uri="{FF2B5EF4-FFF2-40B4-BE49-F238E27FC236}">
                <a16:creationId xmlns:a16="http://schemas.microsoft.com/office/drawing/2014/main" id="{94F49A81-8721-B846-5567-52769C04D66C}"/>
              </a:ext>
            </a:extLst>
          </p:cNvPr>
          <p:cNvSpPr>
            <a:spLocks noGrp="1"/>
          </p:cNvSpPr>
          <p:nvPr>
            <p:ph type="ftr" sz="quarter" idx="11"/>
          </p:nvPr>
        </p:nvSpPr>
        <p:spPr>
          <a:xfrm>
            <a:off x="605430" y="6029868"/>
            <a:ext cx="1911096" cy="365125"/>
          </a:xfrm>
          <a:solidFill>
            <a:schemeClr val="accent3">
              <a:lumMod val="60000"/>
              <a:lumOff val="40000"/>
            </a:schemeClr>
          </a:solidFill>
        </p:spPr>
        <p:txBody>
          <a:bodyPr/>
          <a:lstStyle>
            <a:lvl1pPr>
              <a:defRPr b="0">
                <a:solidFill>
                  <a:schemeClr val="accent5"/>
                </a:solidFill>
                <a:latin typeface="+mn-lt"/>
              </a:defRPr>
            </a:lvl1pPr>
          </a:lstStyle>
          <a:p>
            <a:r>
              <a:rPr lang="en-US"/>
              <a:t>Sample Footer Text</a:t>
            </a:r>
          </a:p>
        </p:txBody>
      </p:sp>
      <p:sp>
        <p:nvSpPr>
          <p:cNvPr id="9" name="Date Placeholder 8">
            <a:extLst>
              <a:ext uri="{FF2B5EF4-FFF2-40B4-BE49-F238E27FC236}">
                <a16:creationId xmlns:a16="http://schemas.microsoft.com/office/drawing/2014/main" id="{FB3E54B7-FFB1-7BFC-0189-A17360728C52}"/>
              </a:ext>
            </a:extLst>
          </p:cNvPr>
          <p:cNvSpPr>
            <a:spLocks noGrp="1"/>
          </p:cNvSpPr>
          <p:nvPr>
            <p:ph type="dt" sz="half" idx="10"/>
          </p:nvPr>
        </p:nvSpPr>
        <p:spPr>
          <a:xfrm>
            <a:off x="9802368" y="6029868"/>
            <a:ext cx="1435608" cy="365125"/>
          </a:xfrm>
          <a:solidFill>
            <a:schemeClr val="accent3">
              <a:lumMod val="60000"/>
              <a:lumOff val="40000"/>
            </a:schemeClr>
          </a:solidFill>
        </p:spPr>
        <p:txBody>
          <a:bodyPr/>
          <a:lstStyle>
            <a:lvl1pPr>
              <a:defRPr b="0">
                <a:solidFill>
                  <a:schemeClr val="accent5"/>
                </a:solidFill>
                <a:latin typeface="+mn-lt"/>
              </a:defRPr>
            </a:lvl1pPr>
          </a:lstStyle>
          <a:p>
            <a:fld id="{D348C769-7AB4-4647-BD58-CC3E9CA66889}" type="datetime1">
              <a:rPr lang="en-US" smtClean="0"/>
              <a:t>6/18/2026</a:t>
            </a:fld>
            <a:endParaRPr lang="en-US"/>
          </a:p>
        </p:txBody>
      </p:sp>
      <p:sp>
        <p:nvSpPr>
          <p:cNvPr id="11" name="Slide Number Placeholder 10">
            <a:extLst>
              <a:ext uri="{FF2B5EF4-FFF2-40B4-BE49-F238E27FC236}">
                <a16:creationId xmlns:a16="http://schemas.microsoft.com/office/drawing/2014/main" id="{D1DF2706-0EDF-0D3B-C01B-613E7D1BB6CC}"/>
              </a:ext>
            </a:extLst>
          </p:cNvPr>
          <p:cNvSpPr>
            <a:spLocks noGrp="1"/>
          </p:cNvSpPr>
          <p:nvPr>
            <p:ph type="sldNum" sz="quarter" idx="12"/>
          </p:nvPr>
        </p:nvSpPr>
        <p:spPr>
          <a:solidFill>
            <a:schemeClr val="accent3">
              <a:lumMod val="60000"/>
              <a:lumOff val="40000"/>
            </a:schemeClr>
          </a:solidFill>
        </p:spPr>
        <p:txBody>
          <a:bodyPr/>
          <a:lstStyle>
            <a:lvl1pPr>
              <a:defRPr b="0">
                <a:solidFill>
                  <a:schemeClr val="accent5"/>
                </a:solidFill>
                <a:latin typeface="+mn-lt"/>
              </a:defRPr>
            </a:lvl1pPr>
          </a:lstStyle>
          <a:p>
            <a:fld id="{27F8DDA4-3B80-4E8A-A8F5-521F73BF9127}" type="slidenum">
              <a:rPr lang="en-US" smtClean="0"/>
              <a:t>‹#›</a:t>
            </a:fld>
            <a:endParaRPr lang="en-US"/>
          </a:p>
        </p:txBody>
      </p:sp>
    </p:spTree>
    <p:extLst>
      <p:ext uri="{BB962C8B-B14F-4D97-AF65-F5344CB8AC3E}">
        <p14:creationId xmlns:p14="http://schemas.microsoft.com/office/powerpoint/2010/main" val="256547922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Quote 2">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5052C017-FC5C-A7A2-BA15-6C113717C33C}"/>
              </a:ext>
              <a:ext uri="{C183D7F6-B498-43B3-948B-1728B52AA6E4}">
                <adec:decorative xmlns:adec="http://schemas.microsoft.com/office/drawing/2017/decorative" val="1"/>
              </a:ext>
            </a:extLst>
          </p:cNvPr>
          <p:cNvSpPr/>
          <p:nvPr/>
        </p:nvSpPr>
        <p:spPr>
          <a:xfrm>
            <a:off x="1" y="0"/>
            <a:ext cx="12192000" cy="6858001"/>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cxnSp>
        <p:nvCxnSpPr>
          <p:cNvPr id="13" name="Straight Connector 12">
            <a:extLst>
              <a:ext uri="{FF2B5EF4-FFF2-40B4-BE49-F238E27FC236}">
                <a16:creationId xmlns:a16="http://schemas.microsoft.com/office/drawing/2014/main" id="{B4DD8063-0B64-5552-D964-11CA84F7ABD9}"/>
              </a:ext>
              <a:ext uri="{C183D7F6-B498-43B3-948B-1728B52AA6E4}">
                <adec:decorative xmlns:adec="http://schemas.microsoft.com/office/drawing/2017/decorative" val="1"/>
              </a:ext>
            </a:extLst>
          </p:cNvPr>
          <p:cNvCxnSpPr>
            <a:cxnSpLocks/>
          </p:cNvCxnSpPr>
          <p:nvPr/>
        </p:nvCxnSpPr>
        <p:spPr>
          <a:xfrm>
            <a:off x="11082528" y="725556"/>
            <a:ext cx="0" cy="4135136"/>
          </a:xfrm>
          <a:prstGeom prst="line">
            <a:avLst/>
          </a:prstGeom>
          <a:ln w="12700">
            <a:solidFill>
              <a:schemeClr val="tx2">
                <a:alpha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4443564" y="5167222"/>
            <a:ext cx="6789870" cy="679510"/>
          </a:xfrm>
          <a:solidFill>
            <a:schemeClr val="bg2"/>
          </a:solidFill>
        </p:spPr>
        <p:txBody>
          <a:bodyPr tIns="91440" bIns="91440" anchor="ctr">
            <a:normAutofit/>
          </a:bodyPr>
          <a:lstStyle>
            <a:lvl1pPr algn="r">
              <a:defRPr sz="2000" b="1" cap="none" baseline="0">
                <a:solidFill>
                  <a:schemeClr val="accent5"/>
                </a:solidFill>
                <a:latin typeface="+mn-lt"/>
              </a:defRPr>
            </a:lvl1pPr>
          </a:lstStyle>
          <a:p>
            <a:r>
              <a:rPr lang="en-US"/>
              <a:t>Quote Author</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603504" y="725556"/>
            <a:ext cx="8653281" cy="4075044"/>
          </a:xfrm>
        </p:spPr>
        <p:txBody>
          <a:bodyPr>
            <a:normAutofit/>
          </a:bodyPr>
          <a:lstStyle>
            <a:lvl1pPr marL="228600" indent="-228600">
              <a:lnSpc>
                <a:spcPct val="85000"/>
              </a:lnSpc>
              <a:spcBef>
                <a:spcPts val="0"/>
              </a:spcBef>
              <a:buNone/>
              <a:defRPr sz="5400" b="0" cap="all" spc="0" baseline="0">
                <a:solidFill>
                  <a:schemeClr val="accent2"/>
                </a:solidFill>
                <a:latin typeface="+mj-lt"/>
              </a:defRPr>
            </a:lvl1pPr>
          </a:lstStyle>
          <a:p>
            <a:pPr lvl="0"/>
            <a:r>
              <a:rPr lang="en-US"/>
              <a:t>Click to edit quote</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3503" y="6029868"/>
            <a:ext cx="1911096" cy="367060"/>
          </a:xfrm>
          <a:noFill/>
        </p:spPr>
        <p:txBody>
          <a:bodyPr anchor="ctr"/>
          <a:lstStyle>
            <a:lvl1pPr algn="l">
              <a:defRPr b="0" spc="0">
                <a:solidFill>
                  <a:schemeClr val="accent5"/>
                </a:solidFill>
                <a:latin typeface="+mn-lt"/>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9801193" y="6029868"/>
            <a:ext cx="1439323" cy="365125"/>
          </a:xfrm>
          <a:noFill/>
        </p:spPr>
        <p:txBody>
          <a:bodyPr/>
          <a:lstStyle>
            <a:lvl1pPr algn="r">
              <a:defRPr b="0">
                <a:solidFill>
                  <a:schemeClr val="accent5"/>
                </a:solidFill>
                <a:latin typeface="+mn-lt"/>
              </a:defRPr>
            </a:lvl1pPr>
          </a:lstStyle>
          <a:p>
            <a:fld id="{67891EA0-6E5D-4821-92F4-23CFFDAC5E38}" type="datetime1">
              <a:rPr lang="en-US" smtClean="0"/>
              <a:t>6/18/2026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33434" y="6029868"/>
            <a:ext cx="429372" cy="365125"/>
          </a:xfrm>
          <a:noFill/>
        </p:spPr>
        <p:txBody>
          <a:bodyPr/>
          <a:lstStyle>
            <a:lvl1pPr>
              <a:defRPr b="0">
                <a:solidFill>
                  <a:schemeClr val="accent5"/>
                </a:solidFill>
                <a:latin typeface="+mn-lt"/>
              </a:defRPr>
            </a:lvl1pPr>
          </a:lstStyle>
          <a:p>
            <a:fld id="{27F8DDA4-3B80-4E8A-A8F5-521F73BF9127}" type="slidenum">
              <a:rPr lang="en-US" smtClean="0"/>
              <a:t>‹#›</a:t>
            </a:fld>
            <a:endParaRPr lang="en-US"/>
          </a:p>
        </p:txBody>
      </p:sp>
    </p:spTree>
    <p:extLst>
      <p:ext uri="{BB962C8B-B14F-4D97-AF65-F5344CB8AC3E}">
        <p14:creationId xmlns:p14="http://schemas.microsoft.com/office/powerpoint/2010/main" val="240710992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Quote 3">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5052C017-FC5C-A7A2-BA15-6C113717C33C}"/>
              </a:ext>
              <a:ext uri="{C183D7F6-B498-43B3-948B-1728B52AA6E4}">
                <adec:decorative xmlns:adec="http://schemas.microsoft.com/office/drawing/2017/decorative" val="1"/>
              </a:ext>
            </a:extLst>
          </p:cNvPr>
          <p:cNvSpPr/>
          <p:nvPr/>
        </p:nvSpPr>
        <p:spPr>
          <a:xfrm>
            <a:off x="1" y="0"/>
            <a:ext cx="12192000" cy="6858001"/>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sp>
        <p:nvSpPr>
          <p:cNvPr id="8" name="Rectangle 7">
            <a:extLst>
              <a:ext uri="{FF2B5EF4-FFF2-40B4-BE49-F238E27FC236}">
                <a16:creationId xmlns:a16="http://schemas.microsoft.com/office/drawing/2014/main" id="{358D5F78-0179-D9C3-74D3-62CE152FFECE}"/>
              </a:ext>
              <a:ext uri="{C183D7F6-B498-43B3-948B-1728B52AA6E4}">
                <adec:decorative xmlns:adec="http://schemas.microsoft.com/office/drawing/2017/decorative" val="1"/>
              </a:ext>
            </a:extLst>
          </p:cNvPr>
          <p:cNvSpPr/>
          <p:nvPr/>
        </p:nvSpPr>
        <p:spPr>
          <a:xfrm>
            <a:off x="3439120" y="1202645"/>
            <a:ext cx="5301113" cy="4452709"/>
          </a:xfrm>
          <a:prstGeom prst="rect">
            <a:avLst/>
          </a:prstGeom>
          <a:solidFill>
            <a:schemeClr val="bg1"/>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5EDCDC8B-43A9-5AA8-8ACB-3F984DC1BEBF}"/>
              </a:ext>
              <a:ext uri="{C183D7F6-B498-43B3-948B-1728B52AA6E4}">
                <adec:decorative xmlns:adec="http://schemas.microsoft.com/office/drawing/2017/decorative" val="1"/>
              </a:ext>
            </a:extLst>
          </p:cNvPr>
          <p:cNvCxnSpPr>
            <a:cxnSpLocks/>
          </p:cNvCxnSpPr>
          <p:nvPr/>
        </p:nvCxnSpPr>
        <p:spPr>
          <a:xfrm flipV="1">
            <a:off x="6096000" y="5402510"/>
            <a:ext cx="0" cy="1455490"/>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8FE70F6-FCE2-0FC4-2CD2-165DDD7471FB}"/>
              </a:ext>
              <a:ext uri="{C183D7F6-B498-43B3-948B-1728B52AA6E4}">
                <adec:decorative xmlns:adec="http://schemas.microsoft.com/office/drawing/2017/decorative" val="1"/>
              </a:ext>
            </a:extLst>
          </p:cNvPr>
          <p:cNvCxnSpPr>
            <a:cxnSpLocks/>
          </p:cNvCxnSpPr>
          <p:nvPr/>
        </p:nvCxnSpPr>
        <p:spPr>
          <a:xfrm flipV="1">
            <a:off x="6096000" y="0"/>
            <a:ext cx="0" cy="1455490"/>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3963474" y="4659653"/>
            <a:ext cx="4252404" cy="520187"/>
          </a:xfrm>
          <a:noFill/>
        </p:spPr>
        <p:txBody>
          <a:bodyPr anchor="ctr">
            <a:normAutofit/>
          </a:bodyPr>
          <a:lstStyle>
            <a:lvl1pPr algn="ctr">
              <a:defRPr sz="1600">
                <a:solidFill>
                  <a:schemeClr val="accent2"/>
                </a:solidFill>
              </a:defRPr>
            </a:lvl1pPr>
          </a:lstStyle>
          <a:p>
            <a:r>
              <a:rPr lang="en-US"/>
              <a:t>Quote Author</a:t>
            </a:r>
          </a:p>
        </p:txBody>
      </p:sp>
      <p:sp>
        <p:nvSpPr>
          <p:cNvPr id="14" name="Footer Placeholder 13">
            <a:extLst>
              <a:ext uri="{FF2B5EF4-FFF2-40B4-BE49-F238E27FC236}">
                <a16:creationId xmlns:a16="http://schemas.microsoft.com/office/drawing/2014/main" id="{B22420FA-FDBE-1BD5-73B2-9577BE200CF2}"/>
              </a:ext>
            </a:extLst>
          </p:cNvPr>
          <p:cNvSpPr>
            <a:spLocks noGrp="1"/>
          </p:cNvSpPr>
          <p:nvPr>
            <p:ph type="ftr" sz="quarter" idx="11"/>
          </p:nvPr>
        </p:nvSpPr>
        <p:spPr>
          <a:noFill/>
        </p:spPr>
        <p:txBody>
          <a:bodyPr/>
          <a:lstStyle>
            <a:lvl1pPr>
              <a:defRPr b="0">
                <a:solidFill>
                  <a:schemeClr val="accent5"/>
                </a:solidFill>
              </a:defRPr>
            </a:lvl1pPr>
          </a:lstStyle>
          <a:p>
            <a:r>
              <a:rPr lang="en-US"/>
              <a:t>Sample Footer Text</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2312230" y="1793287"/>
            <a:ext cx="7554892" cy="2494627"/>
          </a:xfrm>
        </p:spPr>
        <p:txBody>
          <a:bodyPr anchor="ctr">
            <a:normAutofit/>
          </a:bodyPr>
          <a:lstStyle>
            <a:lvl1pPr marL="0" indent="0" algn="ctr">
              <a:lnSpc>
                <a:spcPct val="85000"/>
              </a:lnSpc>
              <a:buNone/>
              <a:defRPr sz="4800" b="0" cap="none" spc="0" baseline="0">
                <a:solidFill>
                  <a:schemeClr val="accent5"/>
                </a:solidFill>
                <a:latin typeface="+mn-lt"/>
              </a:defRPr>
            </a:lvl1pPr>
          </a:lstStyle>
          <a:p>
            <a:pPr lvl="0"/>
            <a:r>
              <a:rPr lang="en-US"/>
              <a:t>Click to edit quote</a:t>
            </a:r>
          </a:p>
        </p:txBody>
      </p:sp>
      <p:sp>
        <p:nvSpPr>
          <p:cNvPr id="13" name="Date Placeholder 12">
            <a:extLst>
              <a:ext uri="{FF2B5EF4-FFF2-40B4-BE49-F238E27FC236}">
                <a16:creationId xmlns:a16="http://schemas.microsoft.com/office/drawing/2014/main" id="{44359CE5-9894-7A66-486B-F830CCE17772}"/>
              </a:ext>
            </a:extLst>
          </p:cNvPr>
          <p:cNvSpPr>
            <a:spLocks noGrp="1"/>
          </p:cNvSpPr>
          <p:nvPr>
            <p:ph type="dt" sz="half" idx="10"/>
          </p:nvPr>
        </p:nvSpPr>
        <p:spPr>
          <a:noFill/>
        </p:spPr>
        <p:txBody>
          <a:bodyPr/>
          <a:lstStyle>
            <a:lvl1pPr>
              <a:defRPr>
                <a:solidFill>
                  <a:schemeClr val="accent5"/>
                </a:solidFill>
              </a:defRPr>
            </a:lvl1pPr>
          </a:lstStyle>
          <a:p>
            <a:fld id="{869CC736-6517-4DE3-9A18-5EB6F27EF875}" type="datetime1">
              <a:rPr lang="en-US" smtClean="0"/>
              <a:t>6/18/2026</a:t>
            </a:fld>
            <a:endParaRPr lang="en-US"/>
          </a:p>
        </p:txBody>
      </p:sp>
      <p:sp>
        <p:nvSpPr>
          <p:cNvPr id="15" name="Slide Number Placeholder 14">
            <a:extLst>
              <a:ext uri="{FF2B5EF4-FFF2-40B4-BE49-F238E27FC236}">
                <a16:creationId xmlns:a16="http://schemas.microsoft.com/office/drawing/2014/main" id="{4A2B012E-FACE-13C2-4909-F2AE04FD18CB}"/>
              </a:ext>
            </a:extLst>
          </p:cNvPr>
          <p:cNvSpPr>
            <a:spLocks noGrp="1"/>
          </p:cNvSpPr>
          <p:nvPr>
            <p:ph type="sldNum" sz="quarter" idx="12"/>
          </p:nvPr>
        </p:nvSpPr>
        <p:spPr>
          <a:noFill/>
        </p:spPr>
        <p:txBody>
          <a:bodyPr/>
          <a:lstStyle>
            <a:lvl1pPr>
              <a:defRPr>
                <a:solidFill>
                  <a:schemeClr val="accent5"/>
                </a:solidFill>
              </a:defRPr>
            </a:lvl1pPr>
          </a:lstStyle>
          <a:p>
            <a:fld id="{27F8DDA4-3B80-4E8A-A8F5-521F73BF9127}" type="slidenum">
              <a:rPr lang="en-US" smtClean="0"/>
              <a:t>‹#›</a:t>
            </a:fld>
            <a:endParaRPr lang="en-US"/>
          </a:p>
        </p:txBody>
      </p:sp>
    </p:spTree>
    <p:extLst>
      <p:ext uri="{BB962C8B-B14F-4D97-AF65-F5344CB8AC3E}">
        <p14:creationId xmlns:p14="http://schemas.microsoft.com/office/powerpoint/2010/main" val="424946818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Quote 4">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5052C017-FC5C-A7A2-BA15-6C113717C33C}"/>
              </a:ext>
              <a:ext uri="{C183D7F6-B498-43B3-948B-1728B52AA6E4}">
                <adec:decorative xmlns:adec="http://schemas.microsoft.com/office/drawing/2017/decorative" val="1"/>
              </a:ext>
            </a:extLst>
          </p:cNvPr>
          <p:cNvSpPr/>
          <p:nvPr/>
        </p:nvSpPr>
        <p:spPr>
          <a:xfrm>
            <a:off x="1" y="0"/>
            <a:ext cx="12192000" cy="6858000"/>
          </a:xfrm>
          <a:prstGeom prst="rect">
            <a:avLst/>
          </a:prstGeom>
          <a:solidFill>
            <a:schemeClr val="accent5"/>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pic>
        <p:nvPicPr>
          <p:cNvPr id="8" name="Picture 7">
            <a:extLst>
              <a:ext uri="{FF2B5EF4-FFF2-40B4-BE49-F238E27FC236}">
                <a16:creationId xmlns:a16="http://schemas.microsoft.com/office/drawing/2014/main" id="{E2FBFD51-0E30-9113-3F4A-D0B88575143F}"/>
              </a:ext>
              <a:ext uri="{C183D7F6-B498-43B3-948B-1728B52AA6E4}">
                <adec:decorative xmlns:adec="http://schemas.microsoft.com/office/drawing/2017/decorative" val="1"/>
              </a:ext>
            </a:extLst>
          </p:cNvPr>
          <p:cNvPicPr>
            <a:picLocks noChangeAspect="1"/>
          </p:cNvPicPr>
          <p:nvPr/>
        </p:nvPicPr>
        <p:blipFill>
          <a:blip r:embed="rId2" cstate="email">
            <a:alphaModFix amt="28000"/>
            <a:duotone>
              <a:prstClr val="black"/>
              <a:schemeClr val="accent3">
                <a:tint val="45000"/>
                <a:satMod val="400000"/>
              </a:schemeClr>
            </a:duotone>
            <a:extLst>
              <a:ext uri="{28A0092B-C50C-407E-A947-70E740481C1C}">
                <a14:useLocalDpi xmlns:a14="http://schemas.microsoft.com/office/drawing/2010/main"/>
              </a:ext>
            </a:extLst>
          </a:blip>
          <a:srcRect/>
          <a:stretch>
            <a:fillRect/>
          </a:stretch>
        </p:blipFill>
        <p:spPr>
          <a:xfrm flipH="1">
            <a:off x="0" y="0"/>
            <a:ext cx="12192000" cy="6858000"/>
          </a:xfrm>
          <a:prstGeom prst="rect">
            <a:avLst/>
          </a:prstGeom>
        </p:spPr>
      </p:pic>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6447" y="5204117"/>
            <a:ext cx="11019882" cy="715858"/>
          </a:xfrm>
          <a:noFill/>
        </p:spPr>
        <p:txBody>
          <a:bodyPr tIns="91440" bIns="91440" anchor="ctr">
            <a:normAutofit/>
          </a:bodyPr>
          <a:lstStyle>
            <a:lvl1pPr algn="r">
              <a:defRPr sz="1800">
                <a:solidFill>
                  <a:schemeClr val="accent2"/>
                </a:solidFill>
              </a:defRPr>
            </a:lvl1pPr>
          </a:lstStyle>
          <a:p>
            <a:r>
              <a:rPr lang="en-US"/>
              <a:t>Quote Author</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603504" y="539646"/>
            <a:ext cx="8406832" cy="3709557"/>
          </a:xfrm>
        </p:spPr>
        <p:txBody>
          <a:bodyPr>
            <a:normAutofit/>
          </a:bodyPr>
          <a:lstStyle>
            <a:lvl1pPr marL="228600" indent="-228600">
              <a:lnSpc>
                <a:spcPct val="100000"/>
              </a:lnSpc>
              <a:spcBef>
                <a:spcPts val="0"/>
              </a:spcBef>
              <a:buNone/>
              <a:defRPr sz="5400" b="0" cap="none" spc="0" baseline="0">
                <a:solidFill>
                  <a:schemeClr val="bg2"/>
                </a:solidFill>
              </a:defRPr>
            </a:lvl1pPr>
          </a:lstStyle>
          <a:p>
            <a:pPr lvl="0"/>
            <a:r>
              <a:rPr lang="en-US"/>
              <a:t>Click to edit quote</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3" y="6028848"/>
            <a:ext cx="1828970" cy="366144"/>
          </a:xfrm>
          <a:noFill/>
        </p:spPr>
        <p:txBody>
          <a:bodyPr/>
          <a:lstStyle>
            <a:lvl1pPr algn="l">
              <a:defRPr b="0" spc="0">
                <a:solidFill>
                  <a:schemeClr val="bg2"/>
                </a:solidFil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noFill/>
        </p:spPr>
        <p:txBody>
          <a:bodyPr/>
          <a:lstStyle>
            <a:lvl1pPr>
              <a:defRPr>
                <a:solidFill>
                  <a:schemeClr val="bg2"/>
                </a:solidFill>
              </a:defRPr>
            </a:lvl1pPr>
          </a:lstStyle>
          <a:p>
            <a:fld id="{55971960-CC10-477C-A0E8-32CE7F9D38E0}" type="datetime1">
              <a:rPr lang="en-US" smtClean="0"/>
              <a:t>6/18/2026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lvl1pPr>
              <a:defRPr>
                <a:solidFill>
                  <a:schemeClr val="bg2"/>
                </a:solidFill>
              </a:defRPr>
            </a:lvl1pPr>
          </a:lstStyle>
          <a:p>
            <a:fld id="{27F8DDA4-3B80-4E8A-A8F5-521F73BF9127}" type="slidenum">
              <a:rPr lang="en-US" smtClean="0"/>
              <a:t>‹#›</a:t>
            </a:fld>
            <a:endParaRPr lang="en-US"/>
          </a:p>
        </p:txBody>
      </p:sp>
      <p:cxnSp>
        <p:nvCxnSpPr>
          <p:cNvPr id="7" name="Straight Connector 6">
            <a:extLst>
              <a:ext uri="{FF2B5EF4-FFF2-40B4-BE49-F238E27FC236}">
                <a16:creationId xmlns:a16="http://schemas.microsoft.com/office/drawing/2014/main" id="{390E99C4-92E7-3B92-2013-C034357E2D72}"/>
              </a:ext>
              <a:ext uri="{C183D7F6-B498-43B3-948B-1728B52AA6E4}">
                <adec:decorative xmlns:adec="http://schemas.microsoft.com/office/drawing/2017/decorative" val="1"/>
              </a:ext>
            </a:extLst>
          </p:cNvPr>
          <p:cNvCxnSpPr>
            <a:cxnSpLocks/>
          </p:cNvCxnSpPr>
          <p:nvPr/>
        </p:nvCxnSpPr>
        <p:spPr>
          <a:xfrm>
            <a:off x="685800" y="4804478"/>
            <a:ext cx="10820400" cy="0"/>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6216871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Quote 5">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5052C017-FC5C-A7A2-BA15-6C113717C33C}"/>
              </a:ext>
              <a:ext uri="{C183D7F6-B498-43B3-948B-1728B52AA6E4}">
                <adec:decorative xmlns:adec="http://schemas.microsoft.com/office/drawing/2017/decorative" val="1"/>
              </a:ext>
            </a:extLst>
          </p:cNvPr>
          <p:cNvSpPr/>
          <p:nvPr/>
        </p:nvSpPr>
        <p:spPr>
          <a:xfrm>
            <a:off x="1" y="-1"/>
            <a:ext cx="12192000" cy="6858001"/>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sp>
        <p:nvSpPr>
          <p:cNvPr id="11" name="Rectangle 10">
            <a:extLst>
              <a:ext uri="{FF2B5EF4-FFF2-40B4-BE49-F238E27FC236}">
                <a16:creationId xmlns:a16="http://schemas.microsoft.com/office/drawing/2014/main" id="{C278D15F-775B-01A1-AD5A-860DC9A2EA8C}"/>
              </a:ext>
              <a:ext uri="{C183D7F6-B498-43B3-948B-1728B52AA6E4}">
                <adec:decorative xmlns:adec="http://schemas.microsoft.com/office/drawing/2017/decorative" val="1"/>
              </a:ext>
            </a:extLst>
          </p:cNvPr>
          <p:cNvSpPr/>
          <p:nvPr/>
        </p:nvSpPr>
        <p:spPr>
          <a:xfrm>
            <a:off x="0" y="1"/>
            <a:ext cx="9448801" cy="4800599"/>
          </a:xfrm>
          <a:prstGeom prst="rect">
            <a:avLst/>
          </a:prstGeom>
          <a:solidFill>
            <a:schemeClr val="bg1"/>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a:extLst>
              <a:ext uri="{FF2B5EF4-FFF2-40B4-BE49-F238E27FC236}">
                <a16:creationId xmlns:a16="http://schemas.microsoft.com/office/drawing/2014/main" id="{E8FE70F6-FCE2-0FC4-2CD2-165DDD7471FB}"/>
              </a:ext>
              <a:ext uri="{C183D7F6-B498-43B3-948B-1728B52AA6E4}">
                <adec:decorative xmlns:adec="http://schemas.microsoft.com/office/drawing/2017/decorative" val="1"/>
              </a:ext>
            </a:extLst>
          </p:cNvPr>
          <p:cNvCxnSpPr>
            <a:cxnSpLocks/>
          </p:cNvCxnSpPr>
          <p:nvPr/>
        </p:nvCxnSpPr>
        <p:spPr>
          <a:xfrm flipV="1">
            <a:off x="11081989" y="698720"/>
            <a:ext cx="0" cy="4101880"/>
          </a:xfrm>
          <a:prstGeom prst="line">
            <a:avLst/>
          </a:prstGeom>
          <a:ln w="12700">
            <a:solidFill>
              <a:schemeClr val="tx2">
                <a:alpha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984864" y="5257800"/>
            <a:ext cx="10255196" cy="748275"/>
          </a:xfrm>
          <a:noFill/>
        </p:spPr>
        <p:txBody>
          <a:bodyPr anchor="ctr">
            <a:normAutofit/>
          </a:bodyPr>
          <a:lstStyle>
            <a:lvl1pPr algn="r">
              <a:defRPr sz="1800">
                <a:solidFill>
                  <a:schemeClr val="accent2"/>
                </a:solidFill>
              </a:defRPr>
            </a:lvl1pPr>
          </a:lstStyle>
          <a:p>
            <a:r>
              <a:rPr lang="en-US"/>
              <a:t>Quote Author</a:t>
            </a:r>
          </a:p>
        </p:txBody>
      </p:sp>
      <p:sp>
        <p:nvSpPr>
          <p:cNvPr id="8" name="Content Placeholder 7">
            <a:extLst>
              <a:ext uri="{FF2B5EF4-FFF2-40B4-BE49-F238E27FC236}">
                <a16:creationId xmlns:a16="http://schemas.microsoft.com/office/drawing/2014/main" id="{64AEC05F-4937-10A8-1A19-6FA315BE7ADF}"/>
              </a:ext>
            </a:extLst>
          </p:cNvPr>
          <p:cNvSpPr>
            <a:spLocks noGrp="1"/>
          </p:cNvSpPr>
          <p:nvPr>
            <p:ph sz="quarter" idx="13" hasCustomPrompt="1"/>
          </p:nvPr>
        </p:nvSpPr>
        <p:spPr>
          <a:xfrm>
            <a:off x="887413" y="1033272"/>
            <a:ext cx="9247187" cy="3257550"/>
          </a:xfrm>
        </p:spPr>
        <p:txBody>
          <a:bodyPr>
            <a:normAutofit/>
          </a:bodyPr>
          <a:lstStyle>
            <a:lvl1pPr marL="228600" indent="-228600">
              <a:lnSpc>
                <a:spcPct val="85000"/>
              </a:lnSpc>
              <a:buNone/>
              <a:defRPr sz="5400">
                <a:solidFill>
                  <a:schemeClr val="accent5"/>
                </a:solidFill>
              </a:defRPr>
            </a:lvl1pPr>
          </a:lstStyle>
          <a:p>
            <a:pPr lvl="0"/>
            <a:r>
              <a:rPr lang="en-US"/>
              <a:t>Click to edit quote</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0" y="6029867"/>
            <a:ext cx="1911096" cy="365126"/>
          </a:xfrm>
          <a:noFill/>
        </p:spPr>
        <p:txBody>
          <a:bodyPr/>
          <a:lstStyle>
            <a:lvl1pPr algn="l">
              <a:defRPr b="0" spc="0">
                <a:solidFill>
                  <a:schemeClr val="accent5"/>
                </a:solidFil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82686" cy="365125"/>
          </a:xfrm>
          <a:noFill/>
        </p:spPr>
        <p:txBody>
          <a:bodyPr/>
          <a:lstStyle>
            <a:lvl1pPr algn="r">
              <a:defRPr>
                <a:solidFill>
                  <a:schemeClr val="accent5"/>
                </a:solidFill>
              </a:defRPr>
            </a:lvl1pPr>
          </a:lstStyle>
          <a:p>
            <a:fld id="{84D8584C-2125-40A2-8519-09FB9A8C3315}" type="datetime1">
              <a:rPr lang="en-US" smtClean="0"/>
              <a:t>6/18/2026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lvl1pPr>
              <a:defRPr>
                <a:solidFill>
                  <a:schemeClr val="accent5"/>
                </a:solidFill>
              </a:defRPr>
            </a:lvl1pPr>
          </a:lstStyle>
          <a:p>
            <a:fld id="{27F8DDA4-3B80-4E8A-A8F5-521F73BF9127}" type="slidenum">
              <a:rPr lang="en-US" smtClean="0"/>
              <a:t>‹#›</a:t>
            </a:fld>
            <a:endParaRPr lang="en-US"/>
          </a:p>
        </p:txBody>
      </p:sp>
    </p:spTree>
    <p:extLst>
      <p:ext uri="{BB962C8B-B14F-4D97-AF65-F5344CB8AC3E}">
        <p14:creationId xmlns:p14="http://schemas.microsoft.com/office/powerpoint/2010/main" val="329484284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50773-1259-8F51-3561-DF3A80B264DE}"/>
              </a:ext>
            </a:extLst>
          </p:cNvPr>
          <p:cNvSpPr>
            <a:spLocks noGrp="1"/>
          </p:cNvSpPr>
          <p:nvPr>
            <p:ph type="title"/>
          </p:nvPr>
        </p:nvSpPr>
        <p:spPr>
          <a:xfrm>
            <a:off x="603504" y="521185"/>
            <a:ext cx="10902696" cy="1070849"/>
          </a:xfrm>
          <a:noFill/>
        </p:spPr>
        <p:txBody>
          <a:bodyPr/>
          <a:lstStyle/>
          <a:p>
            <a:r>
              <a:rPr lang="en-US"/>
              <a:t>Click to edit Master title style</a:t>
            </a:r>
          </a:p>
        </p:txBody>
      </p:sp>
      <p:sp>
        <p:nvSpPr>
          <p:cNvPr id="3" name="Content Placeholder 2">
            <a:extLst>
              <a:ext uri="{FF2B5EF4-FFF2-40B4-BE49-F238E27FC236}">
                <a16:creationId xmlns:a16="http://schemas.microsoft.com/office/drawing/2014/main" id="{F9C966CF-BE4B-28C8-6D17-E087E97C0E98}"/>
              </a:ext>
            </a:extLst>
          </p:cNvPr>
          <p:cNvSpPr>
            <a:spLocks noGrp="1"/>
          </p:cNvSpPr>
          <p:nvPr>
            <p:ph sz="half" idx="1"/>
          </p:nvPr>
        </p:nvSpPr>
        <p:spPr>
          <a:xfrm>
            <a:off x="605431" y="1756230"/>
            <a:ext cx="5181600" cy="40349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1559437-5037-4EE7-88FA-80C5AA0870F2}"/>
              </a:ext>
            </a:extLst>
          </p:cNvPr>
          <p:cNvSpPr>
            <a:spLocks noGrp="1"/>
          </p:cNvSpPr>
          <p:nvPr>
            <p:ph sz="half" idx="2"/>
          </p:nvPr>
        </p:nvSpPr>
        <p:spPr>
          <a:xfrm>
            <a:off x="6324600" y="1756230"/>
            <a:ext cx="5181600" cy="40349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68326746-DF44-9DEF-8471-A5E1F6CCC502}"/>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15850B58-64D5-F359-1AC8-3D57AA87BFBD}"/>
              </a:ext>
            </a:extLst>
          </p:cNvPr>
          <p:cNvSpPr>
            <a:spLocks noGrp="1"/>
          </p:cNvSpPr>
          <p:nvPr>
            <p:ph type="dt" sz="half" idx="10"/>
          </p:nvPr>
        </p:nvSpPr>
        <p:spPr/>
        <p:txBody>
          <a:bodyPr/>
          <a:lstStyle/>
          <a:p>
            <a:fld id="{B3C0EDEC-0890-4E6D-9DE0-ECAF543851A7}" type="datetime1">
              <a:rPr lang="en-US" smtClean="0"/>
              <a:t>6/18/2026</a:t>
            </a:fld>
            <a:endParaRPr lang="en-US"/>
          </a:p>
        </p:txBody>
      </p:sp>
      <p:sp>
        <p:nvSpPr>
          <p:cNvPr id="7" name="Slide Number Placeholder 6">
            <a:extLst>
              <a:ext uri="{FF2B5EF4-FFF2-40B4-BE49-F238E27FC236}">
                <a16:creationId xmlns:a16="http://schemas.microsoft.com/office/drawing/2014/main" id="{9F6A22FA-48E7-5BF5-6432-6C7A54D7E031}"/>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118354730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D8D87-72DE-A210-5C2D-570A1B01D41E}"/>
              </a:ext>
            </a:extLst>
          </p:cNvPr>
          <p:cNvSpPr>
            <a:spLocks noGrp="1"/>
          </p:cNvSpPr>
          <p:nvPr>
            <p:ph type="title"/>
          </p:nvPr>
        </p:nvSpPr>
        <p:spPr>
          <a:xfrm>
            <a:off x="603504" y="521206"/>
            <a:ext cx="10899648" cy="1069848"/>
          </a:xfrm>
          <a:noFill/>
        </p:spPr>
        <p:txBody>
          <a:bodyPr/>
          <a:lstStyle/>
          <a:p>
            <a:r>
              <a:rPr lang="en-US"/>
              <a:t>Click to edit Master title style</a:t>
            </a:r>
          </a:p>
        </p:txBody>
      </p:sp>
      <p:sp>
        <p:nvSpPr>
          <p:cNvPr id="3" name="Text Placeholder 2">
            <a:extLst>
              <a:ext uri="{FF2B5EF4-FFF2-40B4-BE49-F238E27FC236}">
                <a16:creationId xmlns:a16="http://schemas.microsoft.com/office/drawing/2014/main" id="{F73932A9-21A4-5A57-9D72-8C46993E6B11}"/>
              </a:ext>
            </a:extLst>
          </p:cNvPr>
          <p:cNvSpPr>
            <a:spLocks noGrp="1"/>
          </p:cNvSpPr>
          <p:nvPr>
            <p:ph type="body" idx="1"/>
          </p:nvPr>
        </p:nvSpPr>
        <p:spPr>
          <a:xfrm>
            <a:off x="605431" y="1631076"/>
            <a:ext cx="5157787" cy="709394"/>
          </a:xfrm>
        </p:spPr>
        <p:txBody>
          <a:bodyPr anchor="b">
            <a:normAutofit/>
          </a:bodyPr>
          <a:lstStyle>
            <a:lvl1pPr marL="0" indent="0">
              <a:buNone/>
              <a:defRPr sz="1800" b="1" cap="all" spc="5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283D4B4-A366-E12D-19BB-C17B71466184}"/>
              </a:ext>
            </a:extLst>
          </p:cNvPr>
          <p:cNvSpPr>
            <a:spLocks noGrp="1"/>
          </p:cNvSpPr>
          <p:nvPr>
            <p:ph sz="half" idx="2"/>
          </p:nvPr>
        </p:nvSpPr>
        <p:spPr>
          <a:xfrm>
            <a:off x="605431" y="2372146"/>
            <a:ext cx="5157787" cy="349525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C06DAAF-1A05-D83C-70C1-CEADA4EB7389}"/>
              </a:ext>
            </a:extLst>
          </p:cNvPr>
          <p:cNvSpPr>
            <a:spLocks noGrp="1"/>
          </p:cNvSpPr>
          <p:nvPr>
            <p:ph type="body" sz="quarter" idx="3"/>
          </p:nvPr>
        </p:nvSpPr>
        <p:spPr>
          <a:xfrm>
            <a:off x="6324600" y="1631076"/>
            <a:ext cx="5183188" cy="709393"/>
          </a:xfrm>
        </p:spPr>
        <p:txBody>
          <a:bodyPr anchor="b">
            <a:normAutofit/>
          </a:bodyPr>
          <a:lstStyle>
            <a:lvl1pPr marL="0" indent="0">
              <a:buNone/>
              <a:defRPr sz="1800" b="1" cap="all" spc="5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FE7B13-3453-6313-B416-E9FF9DA2E010}"/>
              </a:ext>
            </a:extLst>
          </p:cNvPr>
          <p:cNvSpPr>
            <a:spLocks noGrp="1"/>
          </p:cNvSpPr>
          <p:nvPr>
            <p:ph sz="quarter" idx="4"/>
          </p:nvPr>
        </p:nvSpPr>
        <p:spPr>
          <a:xfrm>
            <a:off x="6324600" y="2372146"/>
            <a:ext cx="5183188" cy="349525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3061BE2D-E1A3-1A5C-AE37-9DC52A9717B7}"/>
              </a:ext>
            </a:extLst>
          </p:cNvPr>
          <p:cNvSpPr>
            <a:spLocks noGrp="1"/>
          </p:cNvSpPr>
          <p:nvPr>
            <p:ph type="ftr" sz="quarter" idx="11"/>
          </p:nvPr>
        </p:nvSpPr>
        <p:spPr/>
        <p:txBody>
          <a:bodyPr/>
          <a:lstStyle/>
          <a:p>
            <a:r>
              <a:rPr lang="en-US"/>
              <a:t>Sample Footer Text</a:t>
            </a:r>
          </a:p>
        </p:txBody>
      </p:sp>
      <p:sp>
        <p:nvSpPr>
          <p:cNvPr id="7" name="Date Placeholder 6">
            <a:extLst>
              <a:ext uri="{FF2B5EF4-FFF2-40B4-BE49-F238E27FC236}">
                <a16:creationId xmlns:a16="http://schemas.microsoft.com/office/drawing/2014/main" id="{71D5902D-DF04-F2A8-C2F8-EBDD2A897D21}"/>
              </a:ext>
            </a:extLst>
          </p:cNvPr>
          <p:cNvSpPr>
            <a:spLocks noGrp="1"/>
          </p:cNvSpPr>
          <p:nvPr>
            <p:ph type="dt" sz="half" idx="10"/>
          </p:nvPr>
        </p:nvSpPr>
        <p:spPr/>
        <p:txBody>
          <a:bodyPr/>
          <a:lstStyle/>
          <a:p>
            <a:fld id="{2DD88318-BA47-4AD0-805B-25EB53D81BBB}" type="datetime1">
              <a:rPr lang="en-US" smtClean="0"/>
              <a:t>6/18/2026</a:t>
            </a:fld>
            <a:endParaRPr lang="en-US"/>
          </a:p>
        </p:txBody>
      </p:sp>
      <p:sp>
        <p:nvSpPr>
          <p:cNvPr id="9" name="Slide Number Placeholder 8">
            <a:extLst>
              <a:ext uri="{FF2B5EF4-FFF2-40B4-BE49-F238E27FC236}">
                <a16:creationId xmlns:a16="http://schemas.microsoft.com/office/drawing/2014/main" id="{DA4FDDA8-940A-B407-4EB2-85DC9BEDB476}"/>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81252186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151FC-CD6F-656F-54A8-59B782BEFB30}"/>
              </a:ext>
            </a:extLst>
          </p:cNvPr>
          <p:cNvSpPr>
            <a:spLocks noGrp="1"/>
          </p:cNvSpPr>
          <p:nvPr>
            <p:ph type="title"/>
          </p:nvPr>
        </p:nvSpPr>
        <p:spPr>
          <a:xfrm>
            <a:off x="603504" y="265176"/>
            <a:ext cx="11028923" cy="1325880"/>
          </a:xfrm>
          <a:noFill/>
        </p:spPr>
        <p:txBody>
          <a:bodyPr/>
          <a:lstStyle/>
          <a:p>
            <a:r>
              <a:rPr lang="en-US"/>
              <a:t>Click to edit Master title style</a:t>
            </a:r>
          </a:p>
        </p:txBody>
      </p:sp>
      <p:sp>
        <p:nvSpPr>
          <p:cNvPr id="4" name="Footer Placeholder 3">
            <a:extLst>
              <a:ext uri="{FF2B5EF4-FFF2-40B4-BE49-F238E27FC236}">
                <a16:creationId xmlns:a16="http://schemas.microsoft.com/office/drawing/2014/main" id="{D07D307A-FF1F-38A3-7DE5-F11DC31CA5B8}"/>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1E4C539B-20CB-8D83-0ECC-5F682BD06D6F}"/>
              </a:ext>
            </a:extLst>
          </p:cNvPr>
          <p:cNvSpPr>
            <a:spLocks noGrp="1"/>
          </p:cNvSpPr>
          <p:nvPr>
            <p:ph type="dt" sz="half" idx="10"/>
          </p:nvPr>
        </p:nvSpPr>
        <p:spPr/>
        <p:txBody>
          <a:bodyPr/>
          <a:lstStyle/>
          <a:p>
            <a:fld id="{30AD3F20-2AB6-4A04-8E99-A7FB006776B6}" type="datetime1">
              <a:rPr lang="en-US" smtClean="0"/>
              <a:t>6/18/2026</a:t>
            </a:fld>
            <a:endParaRPr lang="en-US"/>
          </a:p>
        </p:txBody>
      </p:sp>
      <p:sp>
        <p:nvSpPr>
          <p:cNvPr id="5" name="Slide Number Placeholder 4">
            <a:extLst>
              <a:ext uri="{FF2B5EF4-FFF2-40B4-BE49-F238E27FC236}">
                <a16:creationId xmlns:a16="http://schemas.microsoft.com/office/drawing/2014/main" id="{466EB674-912E-381A-49CE-08E49DFF46A7}"/>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369758810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2FA0B77-3CB1-4071-30F6-B0766D75C10A}"/>
              </a:ext>
            </a:extLst>
          </p:cNvPr>
          <p:cNvSpPr>
            <a:spLocks noGrp="1"/>
          </p:cNvSpPr>
          <p:nvPr>
            <p:ph type="ftr" sz="quarter" idx="11"/>
          </p:nvPr>
        </p:nvSpPr>
        <p:spPr/>
        <p:txBody>
          <a:bodyPr/>
          <a:lstStyle/>
          <a:p>
            <a:r>
              <a:rPr lang="en-US"/>
              <a:t>Sample Footer Text</a:t>
            </a:r>
          </a:p>
        </p:txBody>
      </p:sp>
      <p:sp>
        <p:nvSpPr>
          <p:cNvPr id="2" name="Date Placeholder 1">
            <a:extLst>
              <a:ext uri="{FF2B5EF4-FFF2-40B4-BE49-F238E27FC236}">
                <a16:creationId xmlns:a16="http://schemas.microsoft.com/office/drawing/2014/main" id="{4B4A81A7-FC7B-1689-D59F-4173A1763CB9}"/>
              </a:ext>
            </a:extLst>
          </p:cNvPr>
          <p:cNvSpPr>
            <a:spLocks noGrp="1"/>
          </p:cNvSpPr>
          <p:nvPr>
            <p:ph type="dt" sz="half" idx="10"/>
          </p:nvPr>
        </p:nvSpPr>
        <p:spPr/>
        <p:txBody>
          <a:bodyPr/>
          <a:lstStyle/>
          <a:p>
            <a:fld id="{3AEA2087-1351-4A66-BC4B-B8C73F209E6A}" type="datetime1">
              <a:rPr lang="en-US" smtClean="0"/>
              <a:t>6/18/2026</a:t>
            </a:fld>
            <a:endParaRPr lang="en-US"/>
          </a:p>
        </p:txBody>
      </p:sp>
      <p:sp>
        <p:nvSpPr>
          <p:cNvPr id="4" name="Slide Number Placeholder 3">
            <a:extLst>
              <a:ext uri="{FF2B5EF4-FFF2-40B4-BE49-F238E27FC236}">
                <a16:creationId xmlns:a16="http://schemas.microsoft.com/office/drawing/2014/main" id="{5D080D98-2C9A-3434-E8A3-DA6CCD2F5EFE}"/>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3768759315"/>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6C3A53-0764-6B81-0CF9-98A31577BE9D}"/>
              </a:ext>
            </a:extLst>
          </p:cNvPr>
          <p:cNvSpPr>
            <a:spLocks noGrp="1"/>
          </p:cNvSpPr>
          <p:nvPr>
            <p:ph type="title"/>
          </p:nvPr>
        </p:nvSpPr>
        <p:spPr>
          <a:xfrm>
            <a:off x="605431" y="932688"/>
            <a:ext cx="4195169" cy="1124712"/>
          </a:xfrm>
          <a:noFill/>
        </p:spPr>
        <p:txBody>
          <a:bodyPr anchor="t">
            <a:normAutofit/>
          </a:bodyPr>
          <a:lstStyle>
            <a:lvl1pPr>
              <a:defRPr sz="2800"/>
            </a:lvl1pPr>
          </a:lstStyle>
          <a:p>
            <a:r>
              <a:rPr lang="en-US"/>
              <a:t>Click to edit Master title style</a:t>
            </a:r>
          </a:p>
        </p:txBody>
      </p:sp>
      <p:sp>
        <p:nvSpPr>
          <p:cNvPr id="4" name="Text Placeholder 3">
            <a:extLst>
              <a:ext uri="{FF2B5EF4-FFF2-40B4-BE49-F238E27FC236}">
                <a16:creationId xmlns:a16="http://schemas.microsoft.com/office/drawing/2014/main" id="{11FE505A-8E22-72EF-7229-3828AF9454D5}"/>
              </a:ext>
            </a:extLst>
          </p:cNvPr>
          <p:cNvSpPr>
            <a:spLocks noGrp="1"/>
          </p:cNvSpPr>
          <p:nvPr>
            <p:ph type="body" sz="half" idx="2"/>
          </p:nvPr>
        </p:nvSpPr>
        <p:spPr>
          <a:xfrm>
            <a:off x="605431" y="2057400"/>
            <a:ext cx="4195169"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70A4E78B-DAF0-5E30-C9F0-EA1D81066DBC}"/>
              </a:ext>
            </a:extLst>
          </p:cNvPr>
          <p:cNvSpPr>
            <a:spLocks noGrp="1"/>
          </p:cNvSpPr>
          <p:nvPr>
            <p:ph idx="1"/>
          </p:nvPr>
        </p:nvSpPr>
        <p:spPr>
          <a:xfrm>
            <a:off x="5486400" y="903515"/>
            <a:ext cx="6019800" cy="4957536"/>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85FB557B-A6AB-0141-61F5-2C6D1D26D589}"/>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A4346670-62CE-41B6-24CD-DB7BF2AECDF4}"/>
              </a:ext>
            </a:extLst>
          </p:cNvPr>
          <p:cNvSpPr>
            <a:spLocks noGrp="1"/>
          </p:cNvSpPr>
          <p:nvPr>
            <p:ph type="dt" sz="half" idx="10"/>
          </p:nvPr>
        </p:nvSpPr>
        <p:spPr/>
        <p:txBody>
          <a:bodyPr/>
          <a:lstStyle/>
          <a:p>
            <a:fld id="{95967112-4E38-4DE6-886D-C6360575EE2E}" type="datetime1">
              <a:rPr lang="en-US" smtClean="0"/>
              <a:t>6/18/2026</a:t>
            </a:fld>
            <a:endParaRPr lang="en-US"/>
          </a:p>
        </p:txBody>
      </p:sp>
      <p:sp>
        <p:nvSpPr>
          <p:cNvPr id="7" name="Slide Number Placeholder 6">
            <a:extLst>
              <a:ext uri="{FF2B5EF4-FFF2-40B4-BE49-F238E27FC236}">
                <a16:creationId xmlns:a16="http://schemas.microsoft.com/office/drawing/2014/main" id="{FB2C964C-100B-6E0E-8C9C-FEDE515F230D}"/>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598520729"/>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852BCA-373C-52F0-00A4-DB648AB6DDCB}"/>
              </a:ext>
            </a:extLst>
          </p:cNvPr>
          <p:cNvSpPr>
            <a:spLocks noGrp="1"/>
          </p:cNvSpPr>
          <p:nvPr>
            <p:ph type="title"/>
          </p:nvPr>
        </p:nvSpPr>
        <p:spPr>
          <a:xfrm>
            <a:off x="605432" y="228599"/>
            <a:ext cx="3658560" cy="1742175"/>
          </a:xfrm>
          <a:noFill/>
        </p:spPr>
        <p:txBody>
          <a:bodyPr anchor="b">
            <a:normAutofit/>
          </a:bodyPr>
          <a:lstStyle>
            <a:lvl1pPr>
              <a:defRPr sz="2800"/>
            </a:lvl1pPr>
          </a:lstStyle>
          <a:p>
            <a:r>
              <a:rPr lang="en-US"/>
              <a:t>Click to edit Master title style</a:t>
            </a:r>
          </a:p>
        </p:txBody>
      </p:sp>
      <p:sp>
        <p:nvSpPr>
          <p:cNvPr id="4" name="Text Placeholder 3">
            <a:extLst>
              <a:ext uri="{FF2B5EF4-FFF2-40B4-BE49-F238E27FC236}">
                <a16:creationId xmlns:a16="http://schemas.microsoft.com/office/drawing/2014/main" id="{E85DCE8E-6071-4972-B85E-E495AB0FF686}"/>
              </a:ext>
            </a:extLst>
          </p:cNvPr>
          <p:cNvSpPr>
            <a:spLocks noGrp="1"/>
          </p:cNvSpPr>
          <p:nvPr>
            <p:ph type="body" sz="half" idx="2"/>
          </p:nvPr>
        </p:nvSpPr>
        <p:spPr>
          <a:xfrm>
            <a:off x="1371600" y="2337134"/>
            <a:ext cx="2892392" cy="3331342"/>
          </a:xfrm>
        </p:spPr>
        <p:txBody>
          <a:bodyPr anchor="b"/>
          <a:lstStyle>
            <a:lvl1pPr marL="0" indent="0" algn="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FEBAE75E-255D-9B56-3A67-14178C54EB59}"/>
              </a:ext>
            </a:extLst>
          </p:cNvPr>
          <p:cNvSpPr>
            <a:spLocks noGrp="1"/>
          </p:cNvSpPr>
          <p:nvPr>
            <p:ph type="pic" idx="1" hasCustomPrompt="1"/>
          </p:nvPr>
        </p:nvSpPr>
        <p:spPr>
          <a:xfrm>
            <a:off x="4800600" y="685800"/>
            <a:ext cx="6705600" cy="4876801"/>
          </a:xfrm>
          <a:blipFill>
            <a:blip r:embed="rId2">
              <a:alphaModFix amt="70000"/>
            </a:blip>
            <a:stretch>
              <a:fillRect/>
            </a:stretch>
          </a:blipFill>
        </p:spPr>
        <p:txBody>
          <a:bodyPr>
            <a:norm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
        <p:nvSpPr>
          <p:cNvPr id="6" name="Footer Placeholder 5">
            <a:extLst>
              <a:ext uri="{FF2B5EF4-FFF2-40B4-BE49-F238E27FC236}">
                <a16:creationId xmlns:a16="http://schemas.microsoft.com/office/drawing/2014/main" id="{FB5E2938-E6DE-EB90-C8DE-0D078BDD0A83}"/>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008928D8-1666-BE45-30C8-65C74E2283DC}"/>
              </a:ext>
            </a:extLst>
          </p:cNvPr>
          <p:cNvSpPr>
            <a:spLocks noGrp="1"/>
          </p:cNvSpPr>
          <p:nvPr>
            <p:ph type="dt" sz="half" idx="10"/>
          </p:nvPr>
        </p:nvSpPr>
        <p:spPr>
          <a:xfrm>
            <a:off x="10058400" y="6029868"/>
            <a:ext cx="1182686" cy="365125"/>
          </a:xfrm>
        </p:spPr>
        <p:txBody>
          <a:bodyPr/>
          <a:lstStyle/>
          <a:p>
            <a:fld id="{8493712A-E27F-4D57-B2CA-5B36D6E8A4B0}" type="datetime1">
              <a:rPr lang="en-US" smtClean="0"/>
              <a:t>6/18/2026</a:t>
            </a:fld>
            <a:endParaRPr lang="en-US"/>
          </a:p>
        </p:txBody>
      </p:sp>
      <p:sp>
        <p:nvSpPr>
          <p:cNvPr id="7" name="Slide Number Placeholder 6">
            <a:extLst>
              <a:ext uri="{FF2B5EF4-FFF2-40B4-BE49-F238E27FC236}">
                <a16:creationId xmlns:a16="http://schemas.microsoft.com/office/drawing/2014/main" id="{8D79A9FD-2464-F09D-1603-6DF07EF20752}"/>
              </a:ext>
            </a:extLst>
          </p:cNvPr>
          <p:cNvSpPr>
            <a:spLocks noGrp="1"/>
          </p:cNvSpPr>
          <p:nvPr>
            <p:ph type="sldNum" sz="quarter" idx="12"/>
          </p:nvPr>
        </p:nvSpPr>
        <p:spPr>
          <a:xfrm>
            <a:off x="11237976" y="6029868"/>
            <a:ext cx="429372" cy="365125"/>
          </a:xfrm>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102842862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p:cSld name="Conclusion">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F8073289-DB44-2F27-575B-3B0123960D1D}"/>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lumMod val="9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F22766A-BE9C-B780-CC66-44ECFC5C0A47}"/>
              </a:ext>
              <a:ext uri="{C183D7F6-B498-43B3-948B-1728B52AA6E4}">
                <adec:decorative xmlns:adec="http://schemas.microsoft.com/office/drawing/2017/decorative" val="1"/>
              </a:ext>
            </a:extLst>
          </p:cNvPr>
          <p:cNvSpPr/>
          <p:nvPr/>
        </p:nvSpPr>
        <p:spPr>
          <a:xfrm>
            <a:off x="2057400" y="3084659"/>
            <a:ext cx="10133956" cy="3773341"/>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146306" y="182881"/>
            <a:ext cx="8616684" cy="1874520"/>
          </a:xfrm>
          <a:noFill/>
        </p:spPr>
        <p:txBody>
          <a:bodyPr anchor="t">
            <a:normAutofit/>
          </a:bodyPr>
          <a:lstStyle>
            <a:lvl1pPr>
              <a:defRPr sz="9600">
                <a:solidFill>
                  <a:schemeClr val="accent2"/>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9753600" y="617923"/>
            <a:ext cx="1866897" cy="461881"/>
          </a:xfrm>
          <a:noFill/>
        </p:spPr>
        <p:txBody>
          <a:bodyPr anchor="t"/>
          <a:lstStyle>
            <a:lvl1pPr algn="r">
              <a:defRPr sz="900"/>
            </a:lvl1pPr>
          </a:lstStyle>
          <a:p>
            <a:r>
              <a:rPr lang="en-US"/>
              <a:t>Sample Footer Text</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2595846" y="3544866"/>
            <a:ext cx="8990722" cy="2446782"/>
          </a:xfrm>
        </p:spPr>
        <p:txBody>
          <a:bodyPr>
            <a:normAutofit/>
          </a:bodyPr>
          <a:lstStyle>
            <a:lvl1pPr marL="0" indent="0">
              <a:buClr>
                <a:schemeClr val="tx2"/>
              </a:buClr>
              <a:buFont typeface="Arial" panose="020B0604020202020204" pitchFamily="34" charset="0"/>
              <a:buNone/>
              <a:defRPr sz="1800"/>
            </a:lvl1pPr>
            <a:lvl2pPr marL="457200" indent="0">
              <a:buClr>
                <a:schemeClr val="tx2"/>
              </a:buClr>
              <a:buFont typeface="Arial" panose="020B0604020202020204" pitchFamily="34" charset="0"/>
              <a:buNone/>
              <a:defRPr sz="1600"/>
            </a:lvl2pPr>
            <a:lvl3pPr marL="914400" indent="0">
              <a:buClr>
                <a:schemeClr val="tx2"/>
              </a:buClr>
              <a:buFont typeface="Arial" panose="020B0604020202020204" pitchFamily="34" charset="0"/>
              <a:buNone/>
              <a:defRPr sz="1400"/>
            </a:lvl3pPr>
            <a:lvl4pPr marL="1371600" indent="0">
              <a:buClr>
                <a:schemeClr val="tx2"/>
              </a:buClr>
              <a:buFont typeface="Arial" panose="020B0604020202020204" pitchFamily="34" charset="0"/>
              <a:buNone/>
              <a:defRPr sz="1200"/>
            </a:lvl4pPr>
            <a:lvl5pPr marL="1828800" indent="0">
              <a:buClr>
                <a:schemeClr val="tx2"/>
              </a:buClr>
              <a:buFont typeface="Arial" panose="020B0604020202020204" pitchFamily="34" charset="0"/>
              <a:buNone/>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2595846" y="6024816"/>
            <a:ext cx="1809495" cy="365125"/>
          </a:xfrm>
          <a:solidFill>
            <a:schemeClr val="bg2"/>
          </a:solidFill>
        </p:spPr>
        <p:txBody>
          <a:bodyPr/>
          <a:lstStyle>
            <a:lvl1pPr algn="l">
              <a:defRPr/>
            </a:lvl1pPr>
          </a:lstStyle>
          <a:p>
            <a:fld id="{A8EB468F-DE53-43FF-8B87-9F03EBF19C21}" type="datetime1">
              <a:rPr lang="en-US" smtClean="0"/>
              <a:t>6/18/2026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solidFill>
            <a:schemeClr val="bg2"/>
          </a:solid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2036549015"/>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p:cSld name="Conclusion 2">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F8073289-DB44-2F27-575B-3B0123960D1D}"/>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072AC4BE-2FD3-AAF4-8A1B-0633F1BEE33B}"/>
              </a:ext>
              <a:ext uri="{C183D7F6-B498-43B3-948B-1728B52AA6E4}">
                <adec:decorative xmlns:adec="http://schemas.microsoft.com/office/drawing/2017/decorative" val="1"/>
              </a:ext>
            </a:extLst>
          </p:cNvPr>
          <p:cNvSpPr/>
          <p:nvPr/>
        </p:nvSpPr>
        <p:spPr>
          <a:xfrm>
            <a:off x="0" y="0"/>
            <a:ext cx="8436077" cy="2057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7652D305-42E1-E86E-632C-9DFD4F747E62}"/>
              </a:ext>
              <a:ext uri="{C183D7F6-B498-43B3-948B-1728B52AA6E4}">
                <adec:decorative xmlns:adec="http://schemas.microsoft.com/office/drawing/2017/decorative" val="1"/>
              </a:ext>
            </a:extLst>
          </p:cNvPr>
          <p:cNvCxnSpPr>
            <a:cxnSpLocks/>
          </p:cNvCxnSpPr>
          <p:nvPr/>
        </p:nvCxnSpPr>
        <p:spPr>
          <a:xfrm>
            <a:off x="685800" y="4564627"/>
            <a:ext cx="5068016" cy="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373625" y="530940"/>
            <a:ext cx="7703576" cy="1308290"/>
          </a:xfrm>
          <a:noFill/>
        </p:spPr>
        <p:txBody>
          <a:bodyPr anchor="t">
            <a:normAutofit/>
          </a:bodyPr>
          <a:lstStyle>
            <a:lvl1pPr>
              <a:defRPr sz="8000">
                <a:solidFill>
                  <a:schemeClr val="accent2"/>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37005" y="3571531"/>
            <a:ext cx="5009534" cy="1987694"/>
          </a:xfrm>
        </p:spPr>
        <p:txBody>
          <a:bodyPr anchor="ctr">
            <a:normAutofit/>
          </a:bodyPr>
          <a:lstStyle>
            <a:lvl1pPr marL="0" indent="0">
              <a:buClr>
                <a:schemeClr val="tx2"/>
              </a:buClr>
              <a:buFont typeface="Arial" panose="020B0604020202020204" pitchFamily="34" charset="0"/>
              <a:buNone/>
              <a:defRPr sz="1800"/>
            </a:lvl1pPr>
            <a:lvl2pPr marL="457200" indent="0">
              <a:buClr>
                <a:schemeClr val="tx2"/>
              </a:buClr>
              <a:buFont typeface="Arial" panose="020B0604020202020204" pitchFamily="34" charset="0"/>
              <a:buNone/>
              <a:defRPr sz="1600"/>
            </a:lvl2pPr>
            <a:lvl3pPr marL="914400" indent="0">
              <a:buClr>
                <a:schemeClr val="tx2"/>
              </a:buClr>
              <a:buFont typeface="Arial" panose="020B0604020202020204" pitchFamily="34" charset="0"/>
              <a:buNone/>
              <a:defRPr sz="1400"/>
            </a:lvl3pPr>
            <a:lvl4pPr marL="1371600" indent="0">
              <a:buClr>
                <a:schemeClr val="tx2"/>
              </a:buClr>
              <a:buFont typeface="Arial" panose="020B0604020202020204" pitchFamily="34" charset="0"/>
              <a:buNone/>
              <a:defRPr sz="1200"/>
            </a:lvl4pPr>
            <a:lvl5pPr marL="1828800" indent="0">
              <a:buClr>
                <a:schemeClr val="tx2"/>
              </a:buClr>
              <a:buFont typeface="Arial" panose="020B0604020202020204" pitchFamily="34" charset="0"/>
              <a:buNone/>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0" y="6029867"/>
            <a:ext cx="1911096" cy="365126"/>
          </a:xfrm>
          <a:noFill/>
        </p:spPr>
        <p:txBody>
          <a:bodyPr anchor="ctr"/>
          <a:lstStyle>
            <a:lvl1pPr algn="l">
              <a:defRPr sz="900" b="1"/>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9799320" y="6029867"/>
            <a:ext cx="1441766" cy="365125"/>
          </a:xfrm>
          <a:noFill/>
        </p:spPr>
        <p:txBody>
          <a:bodyPr/>
          <a:lstStyle>
            <a:lvl1pPr algn="r">
              <a:defRPr/>
            </a:lvl1pPr>
          </a:lstStyle>
          <a:p>
            <a:fld id="{77D9A748-B116-46F1-81D5-0BE225FE4EB1}" type="datetime1">
              <a:rPr lang="en-US" smtClean="0"/>
              <a:t>6/18/2026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56346411"/>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slideLayout" Target="../slideLayouts/slideLayout63.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FBAF5C3-82B6-427E-5D2E-900A2D90AD99}"/>
              </a:ext>
              <a:ext uri="{C183D7F6-B498-43B3-948B-1728B52AA6E4}">
                <adec:decorative xmlns:adec="http://schemas.microsoft.com/office/drawing/2017/decorative" val="1"/>
              </a:ext>
            </a:extLst>
          </p:cNvPr>
          <p:cNvCxnSpPr>
            <a:cxnSpLocks/>
          </p:cNvCxnSpPr>
          <p:nvPr/>
        </p:nvCxnSpPr>
        <p:spPr>
          <a:xfrm flipH="1">
            <a:off x="722427" y="6212437"/>
            <a:ext cx="10808612" cy="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2" name="Title Placeholder 1">
            <a:extLst>
              <a:ext uri="{FF2B5EF4-FFF2-40B4-BE49-F238E27FC236}">
                <a16:creationId xmlns:a16="http://schemas.microsoft.com/office/drawing/2014/main" id="{301AA792-727F-F91C-6564-A882FAF11ED4}"/>
              </a:ext>
            </a:extLst>
          </p:cNvPr>
          <p:cNvSpPr>
            <a:spLocks noGrp="1"/>
          </p:cNvSpPr>
          <p:nvPr>
            <p:ph type="title"/>
          </p:nvPr>
        </p:nvSpPr>
        <p:spPr>
          <a:xfrm>
            <a:off x="603504" y="351270"/>
            <a:ext cx="10981137" cy="1239720"/>
          </a:xfrm>
          <a:prstGeom prst="rect">
            <a:avLst/>
          </a:prstGeom>
          <a:solidFill>
            <a:schemeClr val="bg1"/>
          </a:solidFill>
        </p:spPr>
        <p:txBody>
          <a:bodyPr vert="horz" lIns="91440" tIns="45720" rIns="91440" bIns="13716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3390A246-77A4-EC4C-28B8-90388BB8E78F}"/>
              </a:ext>
            </a:extLst>
          </p:cNvPr>
          <p:cNvSpPr>
            <a:spLocks noGrp="1"/>
          </p:cNvSpPr>
          <p:nvPr>
            <p:ph type="body" idx="1"/>
          </p:nvPr>
        </p:nvSpPr>
        <p:spPr>
          <a:xfrm>
            <a:off x="605431" y="1745956"/>
            <a:ext cx="10981137" cy="39834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D3EF6714-5B6F-439F-4173-D51823712315}"/>
              </a:ext>
            </a:extLst>
          </p:cNvPr>
          <p:cNvSpPr>
            <a:spLocks noGrp="1"/>
          </p:cNvSpPr>
          <p:nvPr>
            <p:ph type="ftr" sz="quarter" idx="3"/>
          </p:nvPr>
        </p:nvSpPr>
        <p:spPr>
          <a:xfrm>
            <a:off x="605430" y="6029868"/>
            <a:ext cx="1911096" cy="365125"/>
          </a:xfrm>
          <a:prstGeom prst="rect">
            <a:avLst/>
          </a:prstGeom>
          <a:solidFill>
            <a:schemeClr val="bg1"/>
          </a:solidFill>
        </p:spPr>
        <p:txBody>
          <a:bodyPr vert="horz" lIns="91440" tIns="45720" rIns="91440" bIns="45720" rtlCol="0" anchor="ctr"/>
          <a:lstStyle>
            <a:lvl1pPr algn="l">
              <a:defRPr sz="900" b="1" cap="all" spc="60" baseline="0">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BF9842E6-B4ED-431B-B1A0-22352BA620AE}"/>
              </a:ext>
            </a:extLst>
          </p:cNvPr>
          <p:cNvSpPr>
            <a:spLocks noGrp="1"/>
          </p:cNvSpPr>
          <p:nvPr>
            <p:ph type="dt" sz="half" idx="2"/>
          </p:nvPr>
        </p:nvSpPr>
        <p:spPr>
          <a:xfrm>
            <a:off x="10058400" y="6029868"/>
            <a:ext cx="1182686" cy="365125"/>
          </a:xfrm>
          <a:prstGeom prst="rect">
            <a:avLst/>
          </a:prstGeom>
          <a:solidFill>
            <a:schemeClr val="bg1"/>
          </a:solidFill>
        </p:spPr>
        <p:txBody>
          <a:bodyPr vert="horz" lIns="91440" tIns="45720" rIns="91440" bIns="45720" rtlCol="0" anchor="ctr"/>
          <a:lstStyle>
            <a:lvl1pPr algn="r">
              <a:defRPr sz="900" cap="all" baseline="0">
                <a:solidFill>
                  <a:schemeClr val="tx2"/>
                </a:solidFill>
              </a:defRPr>
            </a:lvl1pPr>
          </a:lstStyle>
          <a:p>
            <a:fld id="{82B9AEC8-204B-4AD5-8041-BCAF36A74EBE}" type="datetime1">
              <a:rPr lang="en-US" smtClean="0"/>
              <a:t>6/18/2026</a:t>
            </a:fld>
            <a:endParaRPr lang="en-US"/>
          </a:p>
        </p:txBody>
      </p:sp>
      <p:sp>
        <p:nvSpPr>
          <p:cNvPr id="6" name="Slide Number Placeholder 5">
            <a:extLst>
              <a:ext uri="{FF2B5EF4-FFF2-40B4-BE49-F238E27FC236}">
                <a16:creationId xmlns:a16="http://schemas.microsoft.com/office/drawing/2014/main" id="{156743A1-0EE5-84FA-44EE-3CDDB793AAC4}"/>
              </a:ext>
            </a:extLst>
          </p:cNvPr>
          <p:cNvSpPr>
            <a:spLocks noGrp="1"/>
          </p:cNvSpPr>
          <p:nvPr>
            <p:ph type="sldNum" sz="quarter" idx="4"/>
          </p:nvPr>
        </p:nvSpPr>
        <p:spPr>
          <a:xfrm>
            <a:off x="11233434" y="6029868"/>
            <a:ext cx="429372" cy="365125"/>
          </a:xfrm>
          <a:prstGeom prst="rect">
            <a:avLst/>
          </a:prstGeom>
          <a:solidFill>
            <a:schemeClr val="bg1"/>
          </a:solidFill>
        </p:spPr>
        <p:txBody>
          <a:bodyPr vert="horz" lIns="91440" tIns="45720" rIns="91440" bIns="45720" rtlCol="0" anchor="ctr"/>
          <a:lstStyle>
            <a:lvl1pPr algn="r">
              <a:defRPr sz="900" cap="all" baseline="0">
                <a:solidFill>
                  <a:schemeClr val="tx2"/>
                </a:solidFill>
              </a:defRPr>
            </a:lvl1pPr>
          </a:lstStyle>
          <a:p>
            <a:fld id="{27F8DDA4-3B80-4E8A-A8F5-521F73BF9127}" type="slidenum">
              <a:rPr lang="en-US" smtClean="0"/>
              <a:t>‹#›</a:t>
            </a:fld>
            <a:endParaRPr lang="en-US"/>
          </a:p>
        </p:txBody>
      </p:sp>
    </p:spTree>
    <p:extLst>
      <p:ext uri="{BB962C8B-B14F-4D97-AF65-F5344CB8AC3E}">
        <p14:creationId xmlns:p14="http://schemas.microsoft.com/office/powerpoint/2010/main" val="1487870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 id="2147483722" r:id="rId62"/>
    <p:sldLayoutId id="2147483723" r:id="rId63"/>
  </p:sldLayoutIdLst>
  <p:hf hdr="0"/>
  <p:txStyles>
    <p:titleStyle>
      <a:lvl1pPr marL="0" algn="l" defTabSz="914400" rtl="0" eaLnBrk="1" latinLnBrk="0" hangingPunct="1">
        <a:lnSpc>
          <a:spcPct val="100000"/>
        </a:lnSpc>
        <a:spcBef>
          <a:spcPct val="0"/>
        </a:spcBef>
        <a:spcAft>
          <a:spcPts val="0"/>
        </a:spcAft>
        <a:buNone/>
        <a:defRPr sz="2800" kern="1200" cap="all" baseline="0">
          <a:solidFill>
            <a:schemeClr val="accent5"/>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2"/>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864">
          <p15:clr>
            <a:srgbClr val="F26B43"/>
          </p15:clr>
        </p15:guide>
        <p15:guide id="3" pos="432">
          <p15:clr>
            <a:srgbClr val="F26B43"/>
          </p15:clr>
        </p15:guide>
        <p15:guide id="4" orient="horz" pos="3912">
          <p15:clr>
            <a:srgbClr val="F26B43"/>
          </p15:clr>
        </p15:guide>
        <p15:guide id="5" orient="horz" pos="3504">
          <p15:clr>
            <a:srgbClr val="F26B43"/>
          </p15:clr>
        </p15:guide>
        <p15:guide id="6" orient="horz" pos="3024">
          <p15:clr>
            <a:srgbClr val="F26B43"/>
          </p15:clr>
        </p15:guide>
        <p15:guide id="7" orient="horz" pos="2592">
          <p15:clr>
            <a:srgbClr val="F26B43"/>
          </p15:clr>
        </p15:guide>
        <p15:guide id="8" orient="horz" pos="1728">
          <p15:clr>
            <a:srgbClr val="F26B43"/>
          </p15:clr>
        </p15:guide>
        <p15:guide id="9" orient="horz" pos="1296">
          <p15:clr>
            <a:srgbClr val="F26B43"/>
          </p15:clr>
        </p15:guide>
        <p15:guide id="10" orient="horz" pos="864">
          <p15:clr>
            <a:srgbClr val="F26B43"/>
          </p15:clr>
        </p15:guide>
        <p15:guide id="11" orient="horz" pos="432">
          <p15:clr>
            <a:srgbClr val="F26B43"/>
          </p15:clr>
        </p15:guide>
        <p15:guide id="12" pos="1296">
          <p15:clr>
            <a:srgbClr val="F26B43"/>
          </p15:clr>
        </p15:guide>
        <p15:guide id="13" pos="1728">
          <p15:clr>
            <a:srgbClr val="F26B43"/>
          </p15:clr>
        </p15:guide>
        <p15:guide id="18" pos="2160">
          <p15:clr>
            <a:srgbClr val="F26B43"/>
          </p15:clr>
        </p15:guide>
        <p15:guide id="20" pos="5520">
          <p15:clr>
            <a:srgbClr val="F26B43"/>
          </p15:clr>
        </p15:guide>
        <p15:guide id="21" pos="5952">
          <p15:clr>
            <a:srgbClr val="F26B43"/>
          </p15:clr>
        </p15:guide>
        <p15:guide id="22" pos="6384">
          <p15:clr>
            <a:srgbClr val="F26B43"/>
          </p15:clr>
        </p15:guide>
        <p15:guide id="24" pos="6816">
          <p15:clr>
            <a:srgbClr val="F26B43"/>
          </p15:clr>
        </p15:guide>
        <p15:guide id="25" pos="7248">
          <p15:clr>
            <a:srgbClr val="F26B43"/>
          </p15:clr>
        </p15:guide>
        <p15:guide id="26" pos="5088">
          <p15:clr>
            <a:srgbClr val="F26B43"/>
          </p15:clr>
        </p15:guide>
        <p15:guide id="27" pos="4656">
          <p15:clr>
            <a:srgbClr val="F26B43"/>
          </p15:clr>
        </p15:guide>
        <p15:guide id="28" pos="4224">
          <p15:clr>
            <a:srgbClr val="F26B43"/>
          </p15:clr>
        </p15:guide>
        <p15:guide id="29" pos="2592">
          <p15:clr>
            <a:srgbClr val="F26B43"/>
          </p15:clr>
        </p15:guide>
        <p15:guide id="30" pos="3024">
          <p15:clr>
            <a:srgbClr val="F26B43"/>
          </p15:clr>
        </p15:guide>
        <p15:guide id="31" pos="3456">
          <p15:clr>
            <a:srgbClr val="F26B43"/>
          </p15:clr>
        </p15:guide>
        <p15:guide id="32" orient="horz" pos="64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xml"/><Relationship Id="rId1" Type="http://schemas.openxmlformats.org/officeDocument/2006/relationships/slideLayout" Target="../slideLayouts/slideLayout39.xml"/></Relationships>
</file>

<file path=ppt/slides/_rels/slide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xml"/><Relationship Id="rId1" Type="http://schemas.openxmlformats.org/officeDocument/2006/relationships/slideLayout" Target="../slideLayouts/slideLayout3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39.xml"/></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6.xml"/><Relationship Id="rId1" Type="http://schemas.openxmlformats.org/officeDocument/2006/relationships/slideLayout" Target="../slideLayouts/slideLayout39.xml"/></Relationships>
</file>

<file path=ppt/slides/_rels/slide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7.xml"/><Relationship Id="rId1" Type="http://schemas.openxmlformats.org/officeDocument/2006/relationships/slideLayout" Target="../slideLayouts/slideLayout39.xml"/></Relationships>
</file>

<file path=ppt/slides/_rels/slide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8.xml"/><Relationship Id="rId1" Type="http://schemas.openxmlformats.org/officeDocument/2006/relationships/slideLayout" Target="../slideLayouts/slideLayout3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0.xml"/><Relationship Id="rId1" Type="http://schemas.openxmlformats.org/officeDocument/2006/relationships/slideLayout" Target="../slideLayouts/slideLayout3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2.xml"/><Relationship Id="rId1" Type="http://schemas.openxmlformats.org/officeDocument/2006/relationships/slideLayout" Target="../slideLayouts/slideLayout39.xml"/></Relationships>
</file>

<file path=ppt/slides/_rels/slide1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3.xml"/><Relationship Id="rId1" Type="http://schemas.openxmlformats.org/officeDocument/2006/relationships/slideLayout" Target="../slideLayouts/slideLayout3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key. security concept on digital screen">
            <a:extLst>
              <a:ext uri="{FF2B5EF4-FFF2-40B4-BE49-F238E27FC236}">
                <a16:creationId xmlns:a16="http://schemas.microsoft.com/office/drawing/2014/main" id="{711DC095-939D-4978-814C-8EA6791691B5}"/>
              </a:ext>
            </a:extLst>
          </p:cNvPr>
          <p:cNvPicPr>
            <a:picLocks noChangeAspect="1"/>
          </p:cNvPicPr>
          <p:nvPr/>
        </p:nvPicPr>
        <p:blipFill>
          <a:blip r:embed="rId3"/>
          <a:srcRect l="4627" r="6448" b="2"/>
          <a:stretch>
            <a:fillRect/>
          </a:stretch>
        </p:blipFill>
        <p:spPr>
          <a:xfrm>
            <a:off x="-791" y="1371600"/>
            <a:ext cx="6706392" cy="5486400"/>
          </a:xfrm>
          <a:prstGeom prst="rect">
            <a:avLst/>
          </a:prstGeom>
        </p:spPr>
      </p:pic>
      <p:sp>
        <p:nvSpPr>
          <p:cNvPr id="2" name="Title 1">
            <a:extLst>
              <a:ext uri="{FF2B5EF4-FFF2-40B4-BE49-F238E27FC236}">
                <a16:creationId xmlns:a16="http://schemas.microsoft.com/office/drawing/2014/main" id="{3A92CF05-2B6F-C0BF-2018-EB1A66D7C1FA}"/>
              </a:ext>
            </a:extLst>
          </p:cNvPr>
          <p:cNvSpPr>
            <a:spLocks noGrp="1"/>
          </p:cNvSpPr>
          <p:nvPr>
            <p:ph type="ctrTitle"/>
          </p:nvPr>
        </p:nvSpPr>
        <p:spPr>
          <a:xfrm>
            <a:off x="4133850" y="685799"/>
            <a:ext cx="6373670" cy="2743201"/>
          </a:xfrm>
        </p:spPr>
        <p:txBody>
          <a:bodyPr anchor="b">
            <a:normAutofit/>
          </a:bodyPr>
          <a:lstStyle/>
          <a:p>
            <a:r>
              <a:rPr lang="en-US"/>
              <a:t>Azure Feature Flags Presentation</a:t>
            </a:r>
          </a:p>
        </p:txBody>
      </p:sp>
      <p:sp>
        <p:nvSpPr>
          <p:cNvPr id="3" name="Subtitle 2">
            <a:extLst>
              <a:ext uri="{FF2B5EF4-FFF2-40B4-BE49-F238E27FC236}">
                <a16:creationId xmlns:a16="http://schemas.microsoft.com/office/drawing/2014/main" id="{0CB8DB88-F07A-033A-587A-0E7554898F00}"/>
              </a:ext>
            </a:extLst>
          </p:cNvPr>
          <p:cNvSpPr>
            <a:spLocks noGrp="1"/>
          </p:cNvSpPr>
          <p:nvPr>
            <p:ph type="subTitle" idx="1"/>
          </p:nvPr>
        </p:nvSpPr>
        <p:spPr>
          <a:xfrm>
            <a:off x="7500457" y="5570290"/>
            <a:ext cx="4114799" cy="699518"/>
          </a:xfrm>
        </p:spPr>
        <p:txBody>
          <a:bodyPr anchor="b">
            <a:normAutofit/>
          </a:bodyPr>
          <a:lstStyle/>
          <a:p>
            <a:r>
              <a:rPr lang="en-US"/>
              <a:t>Managing software features for controlled deployment</a:t>
            </a:r>
          </a:p>
        </p:txBody>
      </p:sp>
      <p:sp>
        <p:nvSpPr>
          <p:cNvPr id="6" name="Slide Number Placeholder 5">
            <a:extLst>
              <a:ext uri="{FF2B5EF4-FFF2-40B4-BE49-F238E27FC236}">
                <a16:creationId xmlns:a16="http://schemas.microsoft.com/office/drawing/2014/main" id="{6F7D6838-7002-4B23-5C33-7B0D6FB459DF}"/>
              </a:ext>
            </a:extLst>
          </p:cNvPr>
          <p:cNvSpPr>
            <a:spLocks noGrp="1"/>
          </p:cNvSpPr>
          <p:nvPr>
            <p:ph type="sldNum" sz="quarter" idx="14"/>
          </p:nvPr>
        </p:nvSpPr>
        <p:spPr>
          <a:xfrm>
            <a:off x="145716" y="508084"/>
            <a:ext cx="429372" cy="365125"/>
          </a:xfrm>
        </p:spPr>
        <p:txBody>
          <a:bodyPr anchor="ctr">
            <a:normAutofit/>
          </a:bodyPr>
          <a:lstStyle/>
          <a:p>
            <a:pPr>
              <a:spcAft>
                <a:spcPts val="600"/>
              </a:spcAft>
            </a:pPr>
            <a:fld id="{27F8DDA4-3B80-4E8A-A8F5-521F73BF9127}" type="slidenum">
              <a:rPr lang="en-US" smtClean="0"/>
              <a:pPr>
                <a:spcAft>
                  <a:spcPts val="600"/>
                </a:spcAft>
              </a:pPr>
              <a:t>1</a:t>
            </a:fld>
            <a:endParaRPr lang="en-US"/>
          </a:p>
        </p:txBody>
      </p:sp>
      <p:sp>
        <p:nvSpPr>
          <p:cNvPr id="5" name="Date Placeholder 4">
            <a:extLst>
              <a:ext uri="{FF2B5EF4-FFF2-40B4-BE49-F238E27FC236}">
                <a16:creationId xmlns:a16="http://schemas.microsoft.com/office/drawing/2014/main" id="{DBCECE2A-4720-E602-8DDF-0651A3590D0C}"/>
              </a:ext>
            </a:extLst>
          </p:cNvPr>
          <p:cNvSpPr>
            <a:spLocks noGrp="1"/>
          </p:cNvSpPr>
          <p:nvPr>
            <p:ph type="dt" sz="half" idx="10"/>
          </p:nvPr>
        </p:nvSpPr>
        <p:spPr>
          <a:xfrm>
            <a:off x="603663" y="508084"/>
            <a:ext cx="1203320" cy="365125"/>
          </a:xfrm>
        </p:spPr>
        <p:txBody>
          <a:bodyPr anchor="ctr">
            <a:normAutofit/>
          </a:bodyPr>
          <a:lstStyle/>
          <a:p>
            <a:pPr>
              <a:spcAft>
                <a:spcPts val="600"/>
              </a:spcAft>
            </a:pPr>
            <a:fld id="{06866CBB-6F1F-436D-A8C6-FABC4CF2B536}" type="datetime1">
              <a:rPr lang="en-US" smtClean="0"/>
              <a:pPr>
                <a:spcAft>
                  <a:spcPts val="600"/>
                </a:spcAft>
              </a:pPr>
              <a:t>6/18/2026</a:t>
            </a:fld>
            <a:endParaRPr lang="en-US"/>
          </a:p>
        </p:txBody>
      </p:sp>
      <p:sp>
        <p:nvSpPr>
          <p:cNvPr id="4" name="Footer Placeholder 3">
            <a:extLst>
              <a:ext uri="{FF2B5EF4-FFF2-40B4-BE49-F238E27FC236}">
                <a16:creationId xmlns:a16="http://schemas.microsoft.com/office/drawing/2014/main" id="{B8E7BE93-7E16-77A8-DCD1-9D6E710E743C}"/>
              </a:ext>
            </a:extLst>
          </p:cNvPr>
          <p:cNvSpPr>
            <a:spLocks noGrp="1"/>
          </p:cNvSpPr>
          <p:nvPr>
            <p:ph type="ftr" sz="quarter" idx="11"/>
          </p:nvPr>
        </p:nvSpPr>
        <p:spPr>
          <a:xfrm>
            <a:off x="10134603" y="612063"/>
            <a:ext cx="1487296" cy="478334"/>
          </a:xfrm>
        </p:spPr>
        <p:txBody>
          <a:bodyPr anchor="t">
            <a:normAutofit/>
          </a:bodyPr>
          <a:lstStyle/>
          <a:p>
            <a:pPr>
              <a:spcAft>
                <a:spcPts val="600"/>
              </a:spcAft>
            </a:pPr>
            <a:r>
              <a:rPr lang="en-US"/>
              <a:t>Sample Footer Text</a:t>
            </a:r>
          </a:p>
        </p:txBody>
      </p:sp>
    </p:spTree>
    <p:extLst>
      <p:ext uri="{BB962C8B-B14F-4D97-AF65-F5344CB8AC3E}">
        <p14:creationId xmlns:p14="http://schemas.microsoft.com/office/powerpoint/2010/main" val="310786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10" presetClass="entr" presetSubtype="0" fill="hold" grpId="1" nodeType="withEffect">
                                  <p:stCondLst>
                                    <p:cond delay="250"/>
                                  </p:st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Cloud computing concept isolated on white background">
            <a:extLst>
              <a:ext uri="{FF2B5EF4-FFF2-40B4-BE49-F238E27FC236}">
                <a16:creationId xmlns:a16="http://schemas.microsoft.com/office/drawing/2014/main" id="{4955D7B2-05A7-4697-9786-9BD8803BF47E}"/>
              </a:ext>
            </a:extLst>
          </p:cNvPr>
          <p:cNvPicPr>
            <a:picLocks noGrp="1" noChangeAspect="1"/>
          </p:cNvPicPr>
          <p:nvPr>
            <p:ph type="pic" sz="quarter" idx="13"/>
          </p:nvPr>
        </p:nvPicPr>
        <p:blipFill>
          <a:blip r:embed="rId3"/>
          <a:srcRect l="11659" r="13682" b="3"/>
          <a:stretch>
            <a:fillRect/>
          </a:stretch>
        </p:blipFill>
        <p:spPr>
          <a:xfrm>
            <a:off x="20" y="1"/>
            <a:ext cx="4800580" cy="4822372"/>
          </a:xfrm>
        </p:spPr>
      </p:pic>
      <p:sp>
        <p:nvSpPr>
          <p:cNvPr id="2" name="Title 1">
            <a:extLst>
              <a:ext uri="{FF2B5EF4-FFF2-40B4-BE49-F238E27FC236}">
                <a16:creationId xmlns:a16="http://schemas.microsoft.com/office/drawing/2014/main" id="{9B72DA85-E696-50C6-660D-3710E3A20A32}"/>
              </a:ext>
            </a:extLst>
          </p:cNvPr>
          <p:cNvSpPr>
            <a:spLocks noGrp="1"/>
          </p:cNvSpPr>
          <p:nvPr>
            <p:ph type="title"/>
          </p:nvPr>
        </p:nvSpPr>
        <p:spPr>
          <a:xfrm>
            <a:off x="1002085" y="4374100"/>
            <a:ext cx="3897905" cy="1380814"/>
          </a:xfrm>
        </p:spPr>
        <p:txBody>
          <a:bodyPr anchor="t">
            <a:normAutofit/>
          </a:bodyPr>
          <a:lstStyle/>
          <a:p>
            <a:r>
              <a:rPr lang="en-US"/>
              <a:t>Azure Feature Flags Overview</a:t>
            </a:r>
          </a:p>
        </p:txBody>
      </p:sp>
      <p:sp>
        <p:nvSpPr>
          <p:cNvPr id="4" name="Content Placeholder 3">
            <a:extLst>
              <a:ext uri="{FF2B5EF4-FFF2-40B4-BE49-F238E27FC236}">
                <a16:creationId xmlns:a16="http://schemas.microsoft.com/office/drawing/2014/main" id="{38293E82-3CF2-B428-16D0-FA53270A89B5}"/>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389516" y="685800"/>
            <a:ext cx="5430884" cy="5204983"/>
          </a:xfrm>
        </p:spPr>
        <p:txBody>
          <a:bodyPr>
            <a:normAutofit/>
          </a:bodyPr>
          <a:lstStyle/>
          <a:p>
            <a:pPr marL="0" lvl="0" indent="0">
              <a:spcBef>
                <a:spcPts val="2500"/>
              </a:spcBef>
              <a:buFont typeface="Arial" panose="020B0604020202020204" pitchFamily="34" charset="0"/>
              <a:buNone/>
            </a:pPr>
            <a:r>
              <a:rPr lang="en-US" b="1"/>
              <a:t>Dynamic Feature Control</a:t>
            </a:r>
          </a:p>
          <a:p>
            <a:pPr marL="0" lvl="1" indent="0">
              <a:buFont typeface="Arial" panose="020B0604020202020204" pitchFamily="34" charset="0"/>
              <a:buNone/>
            </a:pPr>
            <a:r>
              <a:rPr lang="en-US"/>
              <a:t>Feature flags allow runtime control of application features without code redeployment, enabling flexible feature management.</a:t>
            </a:r>
          </a:p>
          <a:p>
            <a:pPr marL="0" lvl="0" indent="0">
              <a:spcBef>
                <a:spcPts val="2500"/>
              </a:spcBef>
              <a:buFont typeface="Arial" panose="020B0604020202020204" pitchFamily="34" charset="0"/>
              <a:buNone/>
            </a:pPr>
            <a:r>
              <a:rPr lang="en-US" b="1"/>
              <a:t>Decoupled Deployment and Release</a:t>
            </a:r>
          </a:p>
          <a:p>
            <a:pPr marL="0" lvl="1" indent="0">
              <a:buFont typeface="Arial" panose="020B0604020202020204" pitchFamily="34" charset="0"/>
              <a:buNone/>
            </a:pPr>
            <a:r>
              <a:rPr lang="en-US"/>
              <a:t>Separating feature release from deployment minimizes risk and supports safe, gradual rollouts in production environments.</a:t>
            </a:r>
          </a:p>
          <a:p>
            <a:pPr marL="0" lvl="0" indent="0">
              <a:spcBef>
                <a:spcPts val="2500"/>
              </a:spcBef>
              <a:buFont typeface="Arial" panose="020B0604020202020204" pitchFamily="34" charset="0"/>
              <a:buNone/>
            </a:pPr>
            <a:r>
              <a:rPr lang="en-US" b="1"/>
              <a:t>Centralized Management</a:t>
            </a:r>
          </a:p>
          <a:p>
            <a:pPr marL="0" lvl="1" indent="0">
              <a:buFont typeface="Arial" panose="020B0604020202020204" pitchFamily="34" charset="0"/>
              <a:buNone/>
            </a:pPr>
            <a:r>
              <a:rPr lang="en-US"/>
              <a:t>Azure App Configuration centralizes storage and management of feature flags across applications and environments.</a:t>
            </a:r>
          </a:p>
          <a:p>
            <a:pPr marL="0" lvl="0" indent="0">
              <a:spcBef>
                <a:spcPts val="2500"/>
              </a:spcBef>
              <a:buFont typeface="Arial" panose="020B0604020202020204" pitchFamily="34" charset="0"/>
              <a:buNone/>
            </a:pPr>
            <a:r>
              <a:rPr lang="en-US" b="1"/>
              <a:t>Progressive Delivery and Experimentation</a:t>
            </a:r>
          </a:p>
          <a:p>
            <a:pPr marL="0" lvl="1" indent="0">
              <a:buFont typeface="Arial" panose="020B0604020202020204" pitchFamily="34" charset="0"/>
              <a:buNone/>
            </a:pPr>
            <a:r>
              <a:rPr lang="en-US"/>
              <a:t>Feature flags enable incremental validation, impact measurement, and immediate rollback to enhance system stability.</a:t>
            </a:r>
          </a:p>
        </p:txBody>
      </p:sp>
      <p:sp>
        <p:nvSpPr>
          <p:cNvPr id="5" name="Footer Placeholder 4">
            <a:extLst>
              <a:ext uri="{FF2B5EF4-FFF2-40B4-BE49-F238E27FC236}">
                <a16:creationId xmlns:a16="http://schemas.microsoft.com/office/drawing/2014/main" id="{A61A1AE9-8BD5-596F-C0D4-11A2E0126745}"/>
              </a:ext>
            </a:extLst>
          </p:cNvPr>
          <p:cNvSpPr>
            <a:spLocks noGrp="1"/>
          </p:cNvSpPr>
          <p:nvPr>
            <p:ph type="ftr" sz="quarter" idx="11"/>
          </p:nvPr>
        </p:nvSpPr>
        <p:spPr>
          <a:xfrm>
            <a:off x="602974" y="6029867"/>
            <a:ext cx="1911096" cy="365126"/>
          </a:xfrm>
        </p:spPr>
        <p:txBody>
          <a:bodyPr anchor="ctr">
            <a:normAutofit/>
          </a:bodyPr>
          <a:lstStyle/>
          <a:p>
            <a:pPr>
              <a:spcAft>
                <a:spcPts val="600"/>
              </a:spcAft>
            </a:pPr>
            <a:r>
              <a:rPr lang="en-US"/>
              <a:t>Sample Footer Text</a:t>
            </a:r>
          </a:p>
        </p:txBody>
      </p:sp>
      <p:sp>
        <p:nvSpPr>
          <p:cNvPr id="6" name="Date Placeholder 5">
            <a:extLst>
              <a:ext uri="{FF2B5EF4-FFF2-40B4-BE49-F238E27FC236}">
                <a16:creationId xmlns:a16="http://schemas.microsoft.com/office/drawing/2014/main" id="{A11CE7FC-E431-EF47-332E-1E7443261028}"/>
              </a:ext>
            </a:extLst>
          </p:cNvPr>
          <p:cNvSpPr>
            <a:spLocks noGrp="1"/>
          </p:cNvSpPr>
          <p:nvPr>
            <p:ph type="dt" sz="half" idx="10"/>
          </p:nvPr>
        </p:nvSpPr>
        <p:spPr>
          <a:xfrm>
            <a:off x="10058400" y="6029868"/>
            <a:ext cx="1179576" cy="365125"/>
          </a:xfrm>
        </p:spPr>
        <p:txBody>
          <a:bodyPr anchor="ctr">
            <a:normAutofit/>
          </a:bodyPr>
          <a:lstStyle/>
          <a:p>
            <a:pPr>
              <a:spcAft>
                <a:spcPts val="600"/>
              </a:spcAft>
            </a:pPr>
            <a:fld id="{B3C0EDEC-0890-4E6D-9DE0-ECAF543851A7}" type="datetime1">
              <a:rPr lang="en-US" smtClean="0"/>
              <a:pPr>
                <a:spcAft>
                  <a:spcPts val="600"/>
                </a:spcAft>
              </a:pPr>
              <a:t>6/18/2026</a:t>
            </a:fld>
            <a:endParaRPr lang="en-US"/>
          </a:p>
        </p:txBody>
      </p:sp>
      <p:sp>
        <p:nvSpPr>
          <p:cNvPr id="7" name="Slide Number Placeholder 6">
            <a:extLst>
              <a:ext uri="{FF2B5EF4-FFF2-40B4-BE49-F238E27FC236}">
                <a16:creationId xmlns:a16="http://schemas.microsoft.com/office/drawing/2014/main" id="{CD4813E4-5947-83E0-EFE9-C2C8DD4F93AC}"/>
              </a:ext>
            </a:extLst>
          </p:cNvPr>
          <p:cNvSpPr>
            <a:spLocks noGrp="1"/>
          </p:cNvSpPr>
          <p:nvPr>
            <p:ph type="sldNum" sz="quarter" idx="12"/>
          </p:nvPr>
        </p:nvSpPr>
        <p:spPr>
          <a:xfrm>
            <a:off x="11233434" y="6029868"/>
            <a:ext cx="429372" cy="365125"/>
          </a:xfrm>
        </p:spPr>
        <p:txBody>
          <a:bodyPr anchor="ctr">
            <a:normAutofit/>
          </a:bodyPr>
          <a:lstStyle/>
          <a:p>
            <a:pPr>
              <a:spcAft>
                <a:spcPts val="600"/>
              </a:spcAft>
            </a:pPr>
            <a:fld id="{27F8DDA4-3B80-4E8A-A8F5-521F73BF9127}" type="slidenum">
              <a:rPr lang="en-US" smtClean="0"/>
              <a:pPr>
                <a:spcAft>
                  <a:spcPts val="600"/>
                </a:spcAft>
              </a:pPr>
              <a:t>2</a:t>
            </a:fld>
            <a:endParaRPr lang="en-US"/>
          </a:p>
        </p:txBody>
      </p:sp>
    </p:spTree>
    <p:extLst>
      <p:ext uri="{BB962C8B-B14F-4D97-AF65-F5344CB8AC3E}">
        <p14:creationId xmlns:p14="http://schemas.microsoft.com/office/powerpoint/2010/main" val="380684135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digital technology concept">
            <a:extLst>
              <a:ext uri="{FF2B5EF4-FFF2-40B4-BE49-F238E27FC236}">
                <a16:creationId xmlns:a16="http://schemas.microsoft.com/office/drawing/2014/main" id="{ECBB7CDF-466E-4FBB-8813-54DFE6DEF73E}"/>
              </a:ext>
            </a:extLst>
          </p:cNvPr>
          <p:cNvPicPr>
            <a:picLocks noGrp="1" noChangeAspect="1"/>
          </p:cNvPicPr>
          <p:nvPr>
            <p:ph type="pic" sz="quarter" idx="13"/>
          </p:nvPr>
        </p:nvPicPr>
        <p:blipFill>
          <a:blip r:embed="rId3"/>
          <a:srcRect l="35357" r="8648" b="1"/>
          <a:stretch>
            <a:fillRect/>
          </a:stretch>
        </p:blipFill>
        <p:spPr>
          <a:xfrm>
            <a:off x="20" y="1"/>
            <a:ext cx="4800580" cy="4822372"/>
          </a:xfrm>
        </p:spPr>
      </p:pic>
      <p:sp>
        <p:nvSpPr>
          <p:cNvPr id="2" name="Title 1">
            <a:extLst>
              <a:ext uri="{FF2B5EF4-FFF2-40B4-BE49-F238E27FC236}">
                <a16:creationId xmlns:a16="http://schemas.microsoft.com/office/drawing/2014/main" id="{2DD8BDE7-7D41-D338-FF97-8966F4516A62}"/>
              </a:ext>
            </a:extLst>
          </p:cNvPr>
          <p:cNvSpPr>
            <a:spLocks noGrp="1"/>
          </p:cNvSpPr>
          <p:nvPr>
            <p:ph type="title"/>
          </p:nvPr>
        </p:nvSpPr>
        <p:spPr>
          <a:xfrm>
            <a:off x="1002085" y="4374100"/>
            <a:ext cx="3897905" cy="1380814"/>
          </a:xfrm>
        </p:spPr>
        <p:txBody>
          <a:bodyPr anchor="t">
            <a:normAutofit/>
          </a:bodyPr>
          <a:lstStyle/>
          <a:p>
            <a:r>
              <a:rPr lang="en-US"/>
              <a:t>Goals of the Session</a:t>
            </a:r>
          </a:p>
        </p:txBody>
      </p:sp>
      <p:sp>
        <p:nvSpPr>
          <p:cNvPr id="4" name="Content Placeholder 3">
            <a:extLst>
              <a:ext uri="{FF2B5EF4-FFF2-40B4-BE49-F238E27FC236}">
                <a16:creationId xmlns:a16="http://schemas.microsoft.com/office/drawing/2014/main" id="{C9DCB670-5C86-3EC6-A467-8623BAF0E229}"/>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389516" y="685800"/>
            <a:ext cx="5430884" cy="5204983"/>
          </a:xfrm>
        </p:spPr>
        <p:txBody>
          <a:bodyPr>
            <a:normAutofit/>
          </a:bodyPr>
          <a:lstStyle/>
          <a:p>
            <a:pPr marL="0" lvl="0" indent="0">
              <a:spcBef>
                <a:spcPts val="2500"/>
              </a:spcBef>
              <a:buFont typeface="Arial" panose="020B0604020202020204" pitchFamily="34" charset="0"/>
              <a:buNone/>
            </a:pPr>
            <a:r>
              <a:rPr lang="en-US" b="1"/>
              <a:t>Understanding Feature Flags</a:t>
            </a:r>
          </a:p>
          <a:p>
            <a:pPr marL="0" lvl="1" indent="0">
              <a:buFont typeface="Arial" panose="020B0604020202020204" pitchFamily="34" charset="0"/>
              <a:buNone/>
            </a:pPr>
            <a:r>
              <a:rPr lang="en-US"/>
              <a:t>Feature flags act as runtime switches enabling toggling of features without code redeployment.</a:t>
            </a:r>
          </a:p>
          <a:p>
            <a:pPr marL="0" lvl="0" indent="0">
              <a:spcBef>
                <a:spcPts val="2500"/>
              </a:spcBef>
              <a:buFont typeface="Arial" panose="020B0604020202020204" pitchFamily="34" charset="0"/>
              <a:buNone/>
            </a:pPr>
            <a:r>
              <a:rPr lang="en-US" b="1"/>
              <a:t>Azure App Configuration</a:t>
            </a:r>
          </a:p>
          <a:p>
            <a:pPr marL="0" lvl="1" indent="0">
              <a:buFont typeface="Arial" panose="020B0604020202020204" pitchFamily="34" charset="0"/>
              <a:buNone/>
            </a:pPr>
            <a:r>
              <a:rPr lang="en-US"/>
              <a:t>Centralized platform to manage configuration and feature flags across distributed systems.</a:t>
            </a:r>
          </a:p>
          <a:p>
            <a:pPr marL="0" lvl="0" indent="0">
              <a:spcBef>
                <a:spcPts val="2500"/>
              </a:spcBef>
              <a:buFont typeface="Arial" panose="020B0604020202020204" pitchFamily="34" charset="0"/>
              <a:buNone/>
            </a:pPr>
            <a:r>
              <a:rPr lang="en-US" b="1"/>
              <a:t>.NET Implementation</a:t>
            </a:r>
          </a:p>
          <a:p>
            <a:pPr marL="0" lvl="1" indent="0">
              <a:buFont typeface="Arial" panose="020B0604020202020204" pitchFamily="34" charset="0"/>
              <a:buNone/>
            </a:pPr>
            <a:r>
              <a:rPr lang="en-US"/>
              <a:t>Integrate feature management libraries and evaluate flags within .NET application logic.</a:t>
            </a:r>
          </a:p>
          <a:p>
            <a:pPr marL="0" lvl="0" indent="0">
              <a:spcBef>
                <a:spcPts val="2500"/>
              </a:spcBef>
              <a:buFont typeface="Arial" panose="020B0604020202020204" pitchFamily="34" charset="0"/>
              <a:buNone/>
            </a:pPr>
            <a:r>
              <a:rPr lang="en-US" b="1"/>
              <a:t>Best Practices and Patterns</a:t>
            </a:r>
          </a:p>
          <a:p>
            <a:pPr marL="0" lvl="1" indent="0">
              <a:buFont typeface="Arial" panose="020B0604020202020204" pitchFamily="34" charset="0"/>
              <a:buNone/>
            </a:pPr>
            <a:r>
              <a:rPr lang="en-US"/>
              <a:t>Use release toggles, kill switches, canary deployments, and telemetry to ensure effective flag use.</a:t>
            </a:r>
          </a:p>
        </p:txBody>
      </p:sp>
      <p:sp>
        <p:nvSpPr>
          <p:cNvPr id="5" name="Footer Placeholder 4">
            <a:extLst>
              <a:ext uri="{FF2B5EF4-FFF2-40B4-BE49-F238E27FC236}">
                <a16:creationId xmlns:a16="http://schemas.microsoft.com/office/drawing/2014/main" id="{53A70916-3D09-AAA4-4182-C8377FB1E245}"/>
              </a:ext>
            </a:extLst>
          </p:cNvPr>
          <p:cNvSpPr>
            <a:spLocks noGrp="1"/>
          </p:cNvSpPr>
          <p:nvPr>
            <p:ph type="ftr" sz="quarter" idx="11"/>
          </p:nvPr>
        </p:nvSpPr>
        <p:spPr>
          <a:xfrm>
            <a:off x="602974" y="6029867"/>
            <a:ext cx="1911096" cy="365126"/>
          </a:xfrm>
        </p:spPr>
        <p:txBody>
          <a:bodyPr anchor="ctr">
            <a:normAutofit/>
          </a:bodyPr>
          <a:lstStyle/>
          <a:p>
            <a:pPr>
              <a:spcAft>
                <a:spcPts val="600"/>
              </a:spcAft>
            </a:pPr>
            <a:r>
              <a:rPr lang="en-US"/>
              <a:t>Sample Footer Text</a:t>
            </a:r>
          </a:p>
        </p:txBody>
      </p:sp>
      <p:sp>
        <p:nvSpPr>
          <p:cNvPr id="6" name="Date Placeholder 5">
            <a:extLst>
              <a:ext uri="{FF2B5EF4-FFF2-40B4-BE49-F238E27FC236}">
                <a16:creationId xmlns:a16="http://schemas.microsoft.com/office/drawing/2014/main" id="{3890959B-7CB3-CFF2-B10F-9E7E1BAF43F5}"/>
              </a:ext>
            </a:extLst>
          </p:cNvPr>
          <p:cNvSpPr>
            <a:spLocks noGrp="1"/>
          </p:cNvSpPr>
          <p:nvPr>
            <p:ph type="dt" sz="half" idx="10"/>
          </p:nvPr>
        </p:nvSpPr>
        <p:spPr>
          <a:xfrm>
            <a:off x="10058400" y="6029868"/>
            <a:ext cx="1179576" cy="365125"/>
          </a:xfrm>
        </p:spPr>
        <p:txBody>
          <a:bodyPr anchor="ctr">
            <a:normAutofit/>
          </a:bodyPr>
          <a:lstStyle/>
          <a:p>
            <a:pPr>
              <a:spcAft>
                <a:spcPts val="600"/>
              </a:spcAft>
            </a:pPr>
            <a:fld id="{B3C0EDEC-0890-4E6D-9DE0-ECAF543851A7}" type="datetime1">
              <a:rPr lang="en-US" smtClean="0"/>
              <a:pPr>
                <a:spcAft>
                  <a:spcPts val="600"/>
                </a:spcAft>
              </a:pPr>
              <a:t>6/18/2026</a:t>
            </a:fld>
            <a:endParaRPr lang="en-US"/>
          </a:p>
        </p:txBody>
      </p:sp>
      <p:sp>
        <p:nvSpPr>
          <p:cNvPr id="7" name="Slide Number Placeholder 6">
            <a:extLst>
              <a:ext uri="{FF2B5EF4-FFF2-40B4-BE49-F238E27FC236}">
                <a16:creationId xmlns:a16="http://schemas.microsoft.com/office/drawing/2014/main" id="{9CB18348-F81A-ED02-6A55-527AE8E58E51}"/>
              </a:ext>
            </a:extLst>
          </p:cNvPr>
          <p:cNvSpPr>
            <a:spLocks noGrp="1"/>
          </p:cNvSpPr>
          <p:nvPr>
            <p:ph type="sldNum" sz="quarter" idx="12"/>
          </p:nvPr>
        </p:nvSpPr>
        <p:spPr>
          <a:xfrm>
            <a:off x="11233434" y="6029868"/>
            <a:ext cx="429372" cy="365125"/>
          </a:xfrm>
        </p:spPr>
        <p:txBody>
          <a:bodyPr anchor="ctr">
            <a:normAutofit/>
          </a:bodyPr>
          <a:lstStyle/>
          <a:p>
            <a:pPr>
              <a:spcAft>
                <a:spcPts val="600"/>
              </a:spcAft>
            </a:pPr>
            <a:fld id="{27F8DDA4-3B80-4E8A-A8F5-521F73BF9127}" type="slidenum">
              <a:rPr lang="en-US" smtClean="0"/>
              <a:pPr>
                <a:spcAft>
                  <a:spcPts val="600"/>
                </a:spcAft>
              </a:pPr>
              <a:t>3</a:t>
            </a:fld>
            <a:endParaRPr lang="en-US"/>
          </a:p>
        </p:txBody>
      </p:sp>
    </p:spTree>
    <p:extLst>
      <p:ext uri="{BB962C8B-B14F-4D97-AF65-F5344CB8AC3E}">
        <p14:creationId xmlns:p14="http://schemas.microsoft.com/office/powerpoint/2010/main" val="109526343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47A95-3B94-7340-4F10-29012A65F13D}"/>
              </a:ext>
            </a:extLst>
          </p:cNvPr>
          <p:cNvSpPr>
            <a:spLocks noGrp="1"/>
          </p:cNvSpPr>
          <p:nvPr>
            <p:ph type="title"/>
          </p:nvPr>
        </p:nvSpPr>
        <p:spPr>
          <a:xfrm>
            <a:off x="185877" y="1062360"/>
            <a:ext cx="9948723" cy="5762371"/>
          </a:xfrm>
        </p:spPr>
        <p:txBody>
          <a:bodyPr anchor="b">
            <a:normAutofit/>
          </a:bodyPr>
          <a:lstStyle/>
          <a:p>
            <a:r>
              <a:rPr lang="en-US"/>
              <a:t>Feature Flag Concepts</a:t>
            </a:r>
          </a:p>
        </p:txBody>
      </p:sp>
      <p:sp>
        <p:nvSpPr>
          <p:cNvPr id="4" name="Footer Placeholder 3">
            <a:extLst>
              <a:ext uri="{FF2B5EF4-FFF2-40B4-BE49-F238E27FC236}">
                <a16:creationId xmlns:a16="http://schemas.microsoft.com/office/drawing/2014/main" id="{96B50BDD-DDBC-9DCF-B9DB-D4A12CDD1CD4}"/>
              </a:ext>
            </a:extLst>
          </p:cNvPr>
          <p:cNvSpPr>
            <a:spLocks noGrp="1"/>
          </p:cNvSpPr>
          <p:nvPr>
            <p:ph type="ftr" sz="quarter" idx="11"/>
          </p:nvPr>
        </p:nvSpPr>
        <p:spPr>
          <a:xfrm>
            <a:off x="9677400" y="618213"/>
            <a:ext cx="1941441" cy="444147"/>
          </a:xfrm>
        </p:spPr>
        <p:txBody>
          <a:bodyPr anchor="t">
            <a:normAutofit/>
          </a:bodyPr>
          <a:lstStyle/>
          <a:p>
            <a:pPr>
              <a:spcAft>
                <a:spcPts val="600"/>
              </a:spcAft>
            </a:pPr>
            <a:r>
              <a:rPr lang="en-US"/>
              <a:t>Sample Footer Text</a:t>
            </a:r>
          </a:p>
        </p:txBody>
      </p:sp>
      <p:sp>
        <p:nvSpPr>
          <p:cNvPr id="5" name="Date Placeholder 4">
            <a:extLst>
              <a:ext uri="{FF2B5EF4-FFF2-40B4-BE49-F238E27FC236}">
                <a16:creationId xmlns:a16="http://schemas.microsoft.com/office/drawing/2014/main" id="{EDA94436-51DC-3286-028A-5DE521157768}"/>
              </a:ext>
            </a:extLst>
          </p:cNvPr>
          <p:cNvSpPr>
            <a:spLocks noGrp="1"/>
          </p:cNvSpPr>
          <p:nvPr>
            <p:ph type="dt" sz="half" idx="10"/>
          </p:nvPr>
        </p:nvSpPr>
        <p:spPr>
          <a:xfrm>
            <a:off x="10134600" y="5991663"/>
            <a:ext cx="1079954" cy="365125"/>
          </a:xfrm>
        </p:spPr>
        <p:txBody>
          <a:bodyPr anchor="ctr">
            <a:normAutofit/>
          </a:bodyPr>
          <a:lstStyle/>
          <a:p>
            <a:pPr>
              <a:spcAft>
                <a:spcPts val="600"/>
              </a:spcAft>
            </a:pPr>
            <a:fld id="{06866CBB-6F1F-436D-A8C6-FABC4CF2B536}" type="datetime1">
              <a:rPr lang="en-US" smtClean="0"/>
              <a:pPr>
                <a:spcAft>
                  <a:spcPts val="600"/>
                </a:spcAft>
              </a:pPr>
              <a:t>6/18/2026</a:t>
            </a:fld>
            <a:endParaRPr lang="en-US"/>
          </a:p>
        </p:txBody>
      </p:sp>
      <p:sp>
        <p:nvSpPr>
          <p:cNvPr id="6" name="Slide Number Placeholder 5">
            <a:extLst>
              <a:ext uri="{FF2B5EF4-FFF2-40B4-BE49-F238E27FC236}">
                <a16:creationId xmlns:a16="http://schemas.microsoft.com/office/drawing/2014/main" id="{7AB373B3-C4B2-2539-D748-FC709F0D48D7}"/>
              </a:ext>
            </a:extLst>
          </p:cNvPr>
          <p:cNvSpPr>
            <a:spLocks noGrp="1"/>
          </p:cNvSpPr>
          <p:nvPr>
            <p:ph type="sldNum" sz="quarter" idx="12"/>
          </p:nvPr>
        </p:nvSpPr>
        <p:spPr>
          <a:xfrm>
            <a:off x="11210544" y="5991663"/>
            <a:ext cx="429372" cy="365125"/>
          </a:xfrm>
        </p:spPr>
        <p:txBody>
          <a:bodyPr anchor="ctr">
            <a:normAutofit/>
          </a:bodyPr>
          <a:lstStyle/>
          <a:p>
            <a:pPr>
              <a:spcAft>
                <a:spcPts val="600"/>
              </a:spcAft>
            </a:pPr>
            <a:fld id="{27F8DDA4-3B80-4E8A-A8F5-521F73BF9127}" type="slidenum">
              <a:rPr lang="en-US" smtClean="0"/>
              <a:pPr>
                <a:spcAft>
                  <a:spcPts val="600"/>
                </a:spcAft>
              </a:pPr>
              <a:t>4</a:t>
            </a:fld>
            <a:endParaRPr lang="en-US"/>
          </a:p>
        </p:txBody>
      </p:sp>
    </p:spTree>
    <p:extLst>
      <p:ext uri="{BB962C8B-B14F-4D97-AF65-F5344CB8AC3E}">
        <p14:creationId xmlns:p14="http://schemas.microsoft.com/office/powerpoint/2010/main" val="283823420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Businesman drawing gears">
            <a:extLst>
              <a:ext uri="{FF2B5EF4-FFF2-40B4-BE49-F238E27FC236}">
                <a16:creationId xmlns:a16="http://schemas.microsoft.com/office/drawing/2014/main" id="{4A906FC2-C4DA-4274-9B5C-145045BDC396}"/>
              </a:ext>
            </a:extLst>
          </p:cNvPr>
          <p:cNvPicPr>
            <a:picLocks noGrp="1" noChangeAspect="1"/>
          </p:cNvPicPr>
          <p:nvPr>
            <p:ph type="pic" sz="quarter" idx="13"/>
          </p:nvPr>
        </p:nvPicPr>
        <p:blipFill>
          <a:blip r:embed="rId3"/>
          <a:srcRect l="8187" r="25864" b="2"/>
          <a:stretch>
            <a:fillRect/>
          </a:stretch>
        </p:blipFill>
        <p:spPr>
          <a:xfrm>
            <a:off x="20" y="1"/>
            <a:ext cx="4800580" cy="4822372"/>
          </a:xfrm>
        </p:spPr>
      </p:pic>
      <p:sp>
        <p:nvSpPr>
          <p:cNvPr id="2" name="Title 1">
            <a:extLst>
              <a:ext uri="{FF2B5EF4-FFF2-40B4-BE49-F238E27FC236}">
                <a16:creationId xmlns:a16="http://schemas.microsoft.com/office/drawing/2014/main" id="{F920DDAF-2A34-198D-4ABC-73F80D2AD066}"/>
              </a:ext>
            </a:extLst>
          </p:cNvPr>
          <p:cNvSpPr>
            <a:spLocks noGrp="1"/>
          </p:cNvSpPr>
          <p:nvPr>
            <p:ph type="title"/>
          </p:nvPr>
        </p:nvSpPr>
        <p:spPr>
          <a:xfrm>
            <a:off x="1002085" y="4374100"/>
            <a:ext cx="3897905" cy="1380814"/>
          </a:xfrm>
        </p:spPr>
        <p:txBody>
          <a:bodyPr anchor="t">
            <a:normAutofit/>
          </a:bodyPr>
          <a:lstStyle/>
          <a:p>
            <a:r>
              <a:rPr lang="en-US"/>
              <a:t>Core Concepts and Benefits</a:t>
            </a:r>
          </a:p>
        </p:txBody>
      </p:sp>
      <p:sp>
        <p:nvSpPr>
          <p:cNvPr id="4" name="Content Placeholder 3">
            <a:extLst>
              <a:ext uri="{FF2B5EF4-FFF2-40B4-BE49-F238E27FC236}">
                <a16:creationId xmlns:a16="http://schemas.microsoft.com/office/drawing/2014/main" id="{DAE1D98D-CE08-73D8-5BA6-FBC81F91086E}"/>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389516" y="685800"/>
            <a:ext cx="5430884" cy="5204983"/>
          </a:xfrm>
        </p:spPr>
        <p:txBody>
          <a:bodyPr>
            <a:normAutofit/>
          </a:bodyPr>
          <a:lstStyle/>
          <a:p>
            <a:pPr marL="0" lvl="0" indent="0">
              <a:spcBef>
                <a:spcPts val="2500"/>
              </a:spcBef>
              <a:buFont typeface="Arial" panose="020B0604020202020204" pitchFamily="34" charset="0"/>
              <a:buNone/>
            </a:pPr>
            <a:r>
              <a:rPr lang="en-US" b="1"/>
              <a:t>Separation of Deployment and Release</a:t>
            </a:r>
          </a:p>
          <a:p>
            <a:pPr marL="0" lvl="1" indent="0">
              <a:buFont typeface="Arial" panose="020B0604020202020204" pitchFamily="34" charset="0"/>
              <a:buNone/>
            </a:pPr>
            <a:r>
              <a:rPr lang="en-US"/>
              <a:t>Feature flags separate code deployment from feature release, enabling safer production updates.</a:t>
            </a:r>
          </a:p>
          <a:p>
            <a:pPr marL="0" lvl="0" indent="0">
              <a:spcBef>
                <a:spcPts val="2500"/>
              </a:spcBef>
              <a:buFont typeface="Arial" panose="020B0604020202020204" pitchFamily="34" charset="0"/>
              <a:buNone/>
            </a:pPr>
            <a:r>
              <a:rPr lang="en-US" b="1"/>
              <a:t>Risk Reduction and Dark Launches</a:t>
            </a:r>
          </a:p>
          <a:p>
            <a:pPr marL="0" lvl="1" indent="0">
              <a:buFont typeface="Arial" panose="020B0604020202020204" pitchFamily="34" charset="0"/>
              <a:buNone/>
            </a:pPr>
            <a:r>
              <a:rPr lang="en-US"/>
              <a:t>Flags allow incremental exposure and dark launches to reduce risk and control feature visibility.</a:t>
            </a:r>
          </a:p>
          <a:p>
            <a:pPr marL="0" lvl="0" indent="0">
              <a:spcBef>
                <a:spcPts val="2500"/>
              </a:spcBef>
              <a:buFont typeface="Arial" panose="020B0604020202020204" pitchFamily="34" charset="0"/>
              <a:buNone/>
            </a:pPr>
            <a:r>
              <a:rPr lang="en-US" b="1"/>
              <a:t>Rapid Rollback and Kill Switch</a:t>
            </a:r>
          </a:p>
          <a:p>
            <a:pPr marL="0" lvl="1" indent="0">
              <a:buFont typeface="Arial" panose="020B0604020202020204" pitchFamily="34" charset="0"/>
              <a:buNone/>
            </a:pPr>
            <a:r>
              <a:rPr lang="en-US"/>
              <a:t>Feature flags enable immediate rollback of problematic features without new deployments.</a:t>
            </a:r>
          </a:p>
          <a:p>
            <a:pPr marL="0" lvl="0" indent="0">
              <a:spcBef>
                <a:spcPts val="2500"/>
              </a:spcBef>
              <a:buFont typeface="Arial" panose="020B0604020202020204" pitchFamily="34" charset="0"/>
              <a:buNone/>
            </a:pPr>
            <a:r>
              <a:rPr lang="en-US" b="1"/>
              <a:t>Experimentation and Collaboration</a:t>
            </a:r>
          </a:p>
          <a:p>
            <a:pPr marL="0" lvl="1" indent="0">
              <a:buFont typeface="Arial" panose="020B0604020202020204" pitchFamily="34" charset="0"/>
              <a:buNone/>
            </a:pPr>
            <a:r>
              <a:rPr lang="en-US"/>
              <a:t>Support for A/B testing enhances experimentation and fosters collaboration across teams.</a:t>
            </a:r>
          </a:p>
        </p:txBody>
      </p:sp>
      <p:sp>
        <p:nvSpPr>
          <p:cNvPr id="5" name="Footer Placeholder 4">
            <a:extLst>
              <a:ext uri="{FF2B5EF4-FFF2-40B4-BE49-F238E27FC236}">
                <a16:creationId xmlns:a16="http://schemas.microsoft.com/office/drawing/2014/main" id="{702DEBBA-49B7-51FB-F2B9-07D3F743C3EC}"/>
              </a:ext>
            </a:extLst>
          </p:cNvPr>
          <p:cNvSpPr>
            <a:spLocks noGrp="1"/>
          </p:cNvSpPr>
          <p:nvPr>
            <p:ph type="ftr" sz="quarter" idx="11"/>
          </p:nvPr>
        </p:nvSpPr>
        <p:spPr>
          <a:xfrm>
            <a:off x="602974" y="6029867"/>
            <a:ext cx="1911096" cy="365126"/>
          </a:xfrm>
        </p:spPr>
        <p:txBody>
          <a:bodyPr anchor="ctr">
            <a:normAutofit/>
          </a:bodyPr>
          <a:lstStyle/>
          <a:p>
            <a:pPr>
              <a:spcAft>
                <a:spcPts val="600"/>
              </a:spcAft>
            </a:pPr>
            <a:r>
              <a:rPr lang="en-US"/>
              <a:t>Sample Footer Text</a:t>
            </a:r>
          </a:p>
        </p:txBody>
      </p:sp>
      <p:sp>
        <p:nvSpPr>
          <p:cNvPr id="6" name="Date Placeholder 5">
            <a:extLst>
              <a:ext uri="{FF2B5EF4-FFF2-40B4-BE49-F238E27FC236}">
                <a16:creationId xmlns:a16="http://schemas.microsoft.com/office/drawing/2014/main" id="{AA905835-AB58-92F4-E592-2334DC630C76}"/>
              </a:ext>
            </a:extLst>
          </p:cNvPr>
          <p:cNvSpPr>
            <a:spLocks noGrp="1"/>
          </p:cNvSpPr>
          <p:nvPr>
            <p:ph type="dt" sz="half" idx="10"/>
          </p:nvPr>
        </p:nvSpPr>
        <p:spPr>
          <a:xfrm>
            <a:off x="10058400" y="6029868"/>
            <a:ext cx="1179576" cy="365125"/>
          </a:xfrm>
        </p:spPr>
        <p:txBody>
          <a:bodyPr anchor="ctr">
            <a:normAutofit/>
          </a:bodyPr>
          <a:lstStyle/>
          <a:p>
            <a:pPr>
              <a:spcAft>
                <a:spcPts val="600"/>
              </a:spcAft>
            </a:pPr>
            <a:fld id="{B3C0EDEC-0890-4E6D-9DE0-ECAF543851A7}" type="datetime1">
              <a:rPr lang="en-US" smtClean="0"/>
              <a:pPr>
                <a:spcAft>
                  <a:spcPts val="600"/>
                </a:spcAft>
              </a:pPr>
              <a:t>6/18/2026</a:t>
            </a:fld>
            <a:endParaRPr lang="en-US"/>
          </a:p>
        </p:txBody>
      </p:sp>
      <p:sp>
        <p:nvSpPr>
          <p:cNvPr id="7" name="Slide Number Placeholder 6">
            <a:extLst>
              <a:ext uri="{FF2B5EF4-FFF2-40B4-BE49-F238E27FC236}">
                <a16:creationId xmlns:a16="http://schemas.microsoft.com/office/drawing/2014/main" id="{6207742A-3A45-BDBD-F115-2D17D65EB998}"/>
              </a:ext>
            </a:extLst>
          </p:cNvPr>
          <p:cNvSpPr>
            <a:spLocks noGrp="1"/>
          </p:cNvSpPr>
          <p:nvPr>
            <p:ph type="sldNum" sz="quarter" idx="12"/>
          </p:nvPr>
        </p:nvSpPr>
        <p:spPr>
          <a:xfrm>
            <a:off x="11233434" y="6029868"/>
            <a:ext cx="429372" cy="365125"/>
          </a:xfrm>
        </p:spPr>
        <p:txBody>
          <a:bodyPr anchor="ctr">
            <a:normAutofit/>
          </a:bodyPr>
          <a:lstStyle/>
          <a:p>
            <a:pPr>
              <a:spcAft>
                <a:spcPts val="600"/>
              </a:spcAft>
            </a:pPr>
            <a:fld id="{27F8DDA4-3B80-4E8A-A8F5-521F73BF9127}" type="slidenum">
              <a:rPr lang="en-US" smtClean="0"/>
              <a:pPr>
                <a:spcAft>
                  <a:spcPts val="600"/>
                </a:spcAft>
              </a:pPr>
              <a:t>5</a:t>
            </a:fld>
            <a:endParaRPr lang="en-US"/>
          </a:p>
        </p:txBody>
      </p:sp>
    </p:spTree>
    <p:extLst>
      <p:ext uri="{BB962C8B-B14F-4D97-AF65-F5344CB8AC3E}">
        <p14:creationId xmlns:p14="http://schemas.microsoft.com/office/powerpoint/2010/main" val="334391919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Cloud computing mobile phone file uploading connection">
            <a:extLst>
              <a:ext uri="{FF2B5EF4-FFF2-40B4-BE49-F238E27FC236}">
                <a16:creationId xmlns:a16="http://schemas.microsoft.com/office/drawing/2014/main" id="{59781DE5-CD19-44A4-BB4F-A2B853F930CB}"/>
              </a:ext>
            </a:extLst>
          </p:cNvPr>
          <p:cNvPicPr>
            <a:picLocks noGrp="1" noChangeAspect="1"/>
          </p:cNvPicPr>
          <p:nvPr>
            <p:ph type="pic" sz="quarter" idx="13"/>
          </p:nvPr>
        </p:nvPicPr>
        <p:blipFill>
          <a:blip r:embed="rId3"/>
          <a:srcRect l="20546" r="13004" b="-2"/>
          <a:stretch>
            <a:fillRect/>
          </a:stretch>
        </p:blipFill>
        <p:spPr>
          <a:xfrm>
            <a:off x="20" y="1"/>
            <a:ext cx="4800580" cy="4822372"/>
          </a:xfrm>
        </p:spPr>
      </p:pic>
      <p:sp>
        <p:nvSpPr>
          <p:cNvPr id="2" name="Title 1">
            <a:extLst>
              <a:ext uri="{FF2B5EF4-FFF2-40B4-BE49-F238E27FC236}">
                <a16:creationId xmlns:a16="http://schemas.microsoft.com/office/drawing/2014/main" id="{E1EAE959-9A49-926C-69E1-A5ED1B9232E2}"/>
              </a:ext>
            </a:extLst>
          </p:cNvPr>
          <p:cNvSpPr>
            <a:spLocks noGrp="1"/>
          </p:cNvSpPr>
          <p:nvPr>
            <p:ph type="title"/>
          </p:nvPr>
        </p:nvSpPr>
        <p:spPr>
          <a:xfrm>
            <a:off x="1002085" y="4374100"/>
            <a:ext cx="3897905" cy="1380814"/>
          </a:xfrm>
        </p:spPr>
        <p:txBody>
          <a:bodyPr anchor="t">
            <a:normAutofit/>
          </a:bodyPr>
          <a:lstStyle/>
          <a:p>
            <a:pPr>
              <a:lnSpc>
                <a:spcPct val="90000"/>
              </a:lnSpc>
            </a:pPr>
            <a:r>
              <a:rPr lang="en-US" sz="2600"/>
              <a:t>Azure App Configuration Integration</a:t>
            </a:r>
          </a:p>
        </p:txBody>
      </p:sp>
      <p:sp>
        <p:nvSpPr>
          <p:cNvPr id="4" name="Content Placeholder 3">
            <a:extLst>
              <a:ext uri="{FF2B5EF4-FFF2-40B4-BE49-F238E27FC236}">
                <a16:creationId xmlns:a16="http://schemas.microsoft.com/office/drawing/2014/main" id="{706004DE-45CB-9E23-0CD5-1E628FB9F702}"/>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389516" y="685800"/>
            <a:ext cx="5430884" cy="5204983"/>
          </a:xfrm>
        </p:spPr>
        <p:txBody>
          <a:bodyPr>
            <a:normAutofit/>
          </a:bodyPr>
          <a:lstStyle/>
          <a:p>
            <a:pPr marL="0" lvl="0" indent="0">
              <a:spcBef>
                <a:spcPts val="2500"/>
              </a:spcBef>
              <a:buFont typeface="Arial" panose="020B0604020202020204" pitchFamily="34" charset="0"/>
              <a:buNone/>
            </a:pPr>
            <a:r>
              <a:rPr lang="en-US" b="1"/>
              <a:t>Centralized Configuration Store</a:t>
            </a:r>
          </a:p>
          <a:p>
            <a:pPr marL="0" lvl="1" indent="0">
              <a:buFont typeface="Arial" panose="020B0604020202020204" pitchFamily="34" charset="0"/>
              <a:buNone/>
            </a:pPr>
            <a:r>
              <a:rPr lang="en-US"/>
              <a:t>Azure App Configuration acts as a centralized repository for managing configuration settings and feature flags.</a:t>
            </a:r>
          </a:p>
          <a:p>
            <a:pPr marL="0" lvl="0" indent="0">
              <a:spcBef>
                <a:spcPts val="2500"/>
              </a:spcBef>
              <a:buFont typeface="Arial" panose="020B0604020202020204" pitchFamily="34" charset="0"/>
              <a:buNone/>
            </a:pPr>
            <a:r>
              <a:rPr lang="en-US" b="1"/>
              <a:t>Dynamic Feature Flag Evaluation</a:t>
            </a:r>
          </a:p>
          <a:p>
            <a:pPr marL="0" lvl="1" indent="0">
              <a:buFont typeface="Arial" panose="020B0604020202020204" pitchFamily="34" charset="0"/>
              <a:buNone/>
            </a:pPr>
            <a:r>
              <a:rPr lang="en-US"/>
              <a:t>Feature Management library dynamically evaluates feature flags during application runtime for real-time control.</a:t>
            </a:r>
          </a:p>
          <a:p>
            <a:pPr marL="0" lvl="0" indent="0">
              <a:spcBef>
                <a:spcPts val="2500"/>
              </a:spcBef>
              <a:buFont typeface="Arial" panose="020B0604020202020204" pitchFamily="34" charset="0"/>
              <a:buNone/>
            </a:pPr>
            <a:r>
              <a:rPr lang="en-US" b="1"/>
              <a:t>Secure Authentication and Refresh</a:t>
            </a:r>
          </a:p>
          <a:p>
            <a:pPr marL="0" lvl="1" indent="0">
              <a:buFont typeface="Arial" panose="020B0604020202020204" pitchFamily="34" charset="0"/>
              <a:buNone/>
            </a:pPr>
            <a:r>
              <a:rPr lang="en-US"/>
              <a:t>Applications use managed identity for secure connection and configure refresh intervals to get updates dynamically.</a:t>
            </a:r>
          </a:p>
          <a:p>
            <a:pPr marL="0" lvl="0" indent="0">
              <a:spcBef>
                <a:spcPts val="2500"/>
              </a:spcBef>
              <a:buFont typeface="Arial" panose="020B0604020202020204" pitchFamily="34" charset="0"/>
              <a:buNone/>
            </a:pPr>
            <a:r>
              <a:rPr lang="en-US" b="1"/>
              <a:t>Integration with Azure Services</a:t>
            </a:r>
          </a:p>
          <a:p>
            <a:pPr marL="0" lvl="1" indent="0">
              <a:buFont typeface="Arial" panose="020B0604020202020204" pitchFamily="34" charset="0"/>
              <a:buNone/>
            </a:pPr>
            <a:r>
              <a:rPr lang="en-US"/>
              <a:t>Supports integration with Azure Key Vault for secrets and Application Insights for telemetry and monitoring.</a:t>
            </a:r>
          </a:p>
        </p:txBody>
      </p:sp>
      <p:sp>
        <p:nvSpPr>
          <p:cNvPr id="5" name="Footer Placeholder 4">
            <a:extLst>
              <a:ext uri="{FF2B5EF4-FFF2-40B4-BE49-F238E27FC236}">
                <a16:creationId xmlns:a16="http://schemas.microsoft.com/office/drawing/2014/main" id="{14F86D08-34B6-EF0C-4232-8C481A212FCE}"/>
              </a:ext>
            </a:extLst>
          </p:cNvPr>
          <p:cNvSpPr>
            <a:spLocks noGrp="1"/>
          </p:cNvSpPr>
          <p:nvPr>
            <p:ph type="ftr" sz="quarter" idx="11"/>
          </p:nvPr>
        </p:nvSpPr>
        <p:spPr>
          <a:xfrm>
            <a:off x="602974" y="6029867"/>
            <a:ext cx="1911096" cy="365126"/>
          </a:xfrm>
        </p:spPr>
        <p:txBody>
          <a:bodyPr anchor="ctr">
            <a:normAutofit/>
          </a:bodyPr>
          <a:lstStyle/>
          <a:p>
            <a:pPr>
              <a:spcAft>
                <a:spcPts val="600"/>
              </a:spcAft>
            </a:pPr>
            <a:r>
              <a:rPr lang="en-US"/>
              <a:t>Sample Footer Text</a:t>
            </a:r>
          </a:p>
        </p:txBody>
      </p:sp>
      <p:sp>
        <p:nvSpPr>
          <p:cNvPr id="6" name="Date Placeholder 5">
            <a:extLst>
              <a:ext uri="{FF2B5EF4-FFF2-40B4-BE49-F238E27FC236}">
                <a16:creationId xmlns:a16="http://schemas.microsoft.com/office/drawing/2014/main" id="{BEF02138-E4E2-25EC-0F78-685A82129998}"/>
              </a:ext>
            </a:extLst>
          </p:cNvPr>
          <p:cNvSpPr>
            <a:spLocks noGrp="1"/>
          </p:cNvSpPr>
          <p:nvPr>
            <p:ph type="dt" sz="half" idx="10"/>
          </p:nvPr>
        </p:nvSpPr>
        <p:spPr>
          <a:xfrm>
            <a:off x="10058400" y="6029868"/>
            <a:ext cx="1179576" cy="365125"/>
          </a:xfrm>
        </p:spPr>
        <p:txBody>
          <a:bodyPr anchor="ctr">
            <a:normAutofit/>
          </a:bodyPr>
          <a:lstStyle/>
          <a:p>
            <a:pPr>
              <a:spcAft>
                <a:spcPts val="600"/>
              </a:spcAft>
            </a:pPr>
            <a:fld id="{B3C0EDEC-0890-4E6D-9DE0-ECAF543851A7}" type="datetime1">
              <a:rPr lang="en-US" smtClean="0"/>
              <a:pPr>
                <a:spcAft>
                  <a:spcPts val="600"/>
                </a:spcAft>
              </a:pPr>
              <a:t>6/18/2026</a:t>
            </a:fld>
            <a:endParaRPr lang="en-US"/>
          </a:p>
        </p:txBody>
      </p:sp>
      <p:sp>
        <p:nvSpPr>
          <p:cNvPr id="7" name="Slide Number Placeholder 6">
            <a:extLst>
              <a:ext uri="{FF2B5EF4-FFF2-40B4-BE49-F238E27FC236}">
                <a16:creationId xmlns:a16="http://schemas.microsoft.com/office/drawing/2014/main" id="{9278EBE1-C365-7EE9-E7F8-C805C747BE02}"/>
              </a:ext>
            </a:extLst>
          </p:cNvPr>
          <p:cNvSpPr>
            <a:spLocks noGrp="1"/>
          </p:cNvSpPr>
          <p:nvPr>
            <p:ph type="sldNum" sz="quarter" idx="12"/>
          </p:nvPr>
        </p:nvSpPr>
        <p:spPr>
          <a:xfrm>
            <a:off x="11233434" y="6029868"/>
            <a:ext cx="429372" cy="365125"/>
          </a:xfrm>
        </p:spPr>
        <p:txBody>
          <a:bodyPr anchor="ctr">
            <a:normAutofit/>
          </a:bodyPr>
          <a:lstStyle/>
          <a:p>
            <a:pPr>
              <a:spcAft>
                <a:spcPts val="600"/>
              </a:spcAft>
            </a:pPr>
            <a:fld id="{27F8DDA4-3B80-4E8A-A8F5-521F73BF9127}" type="slidenum">
              <a:rPr lang="en-US" smtClean="0"/>
              <a:pPr>
                <a:spcAft>
                  <a:spcPts val="600"/>
                </a:spcAft>
              </a:pPr>
              <a:t>6</a:t>
            </a:fld>
            <a:endParaRPr lang="en-US"/>
          </a:p>
        </p:txBody>
      </p:sp>
    </p:spTree>
    <p:extLst>
      <p:ext uri="{BB962C8B-B14F-4D97-AF65-F5344CB8AC3E}">
        <p14:creationId xmlns:p14="http://schemas.microsoft.com/office/powerpoint/2010/main" val="245611045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Medical interface of the future, a system for managing medical data obtained by scanning and visualizing the neural network of the human brain. The medicine of the future should have all modern methods of diagnosis and therapy, as well as high-tech equipment.">
            <a:extLst>
              <a:ext uri="{FF2B5EF4-FFF2-40B4-BE49-F238E27FC236}">
                <a16:creationId xmlns:a16="http://schemas.microsoft.com/office/drawing/2014/main" id="{ACE0930B-4BC2-4819-A736-69C36390D207}"/>
              </a:ext>
            </a:extLst>
          </p:cNvPr>
          <p:cNvPicPr>
            <a:picLocks noGrp="1" noChangeAspect="1"/>
          </p:cNvPicPr>
          <p:nvPr>
            <p:ph type="pic" sz="quarter" idx="13"/>
          </p:nvPr>
        </p:nvPicPr>
        <p:blipFill>
          <a:blip r:embed="rId3"/>
          <a:srcRect l="24792" r="22697" b="1"/>
          <a:stretch>
            <a:fillRect/>
          </a:stretch>
        </p:blipFill>
        <p:spPr>
          <a:xfrm>
            <a:off x="20" y="1"/>
            <a:ext cx="4800580" cy="4822372"/>
          </a:xfrm>
        </p:spPr>
      </p:pic>
      <p:sp>
        <p:nvSpPr>
          <p:cNvPr id="2" name="Title 1">
            <a:extLst>
              <a:ext uri="{FF2B5EF4-FFF2-40B4-BE49-F238E27FC236}">
                <a16:creationId xmlns:a16="http://schemas.microsoft.com/office/drawing/2014/main" id="{9B377BAF-E3F7-23CF-BAF9-AF0079C884F0}"/>
              </a:ext>
            </a:extLst>
          </p:cNvPr>
          <p:cNvSpPr>
            <a:spLocks noGrp="1"/>
          </p:cNvSpPr>
          <p:nvPr>
            <p:ph type="title"/>
          </p:nvPr>
        </p:nvSpPr>
        <p:spPr>
          <a:xfrm>
            <a:off x="1002085" y="4374100"/>
            <a:ext cx="3897905" cy="1380814"/>
          </a:xfrm>
        </p:spPr>
        <p:txBody>
          <a:bodyPr anchor="t">
            <a:normAutofit/>
          </a:bodyPr>
          <a:lstStyle/>
          <a:p>
            <a:r>
              <a:rPr lang="en-US"/>
              <a:t>Common Usage Patterns</a:t>
            </a:r>
          </a:p>
        </p:txBody>
      </p:sp>
      <p:sp>
        <p:nvSpPr>
          <p:cNvPr id="4" name="Content Placeholder 3">
            <a:extLst>
              <a:ext uri="{FF2B5EF4-FFF2-40B4-BE49-F238E27FC236}">
                <a16:creationId xmlns:a16="http://schemas.microsoft.com/office/drawing/2014/main" id="{E7BF1BD3-5510-7A3C-B664-5AB5DCB33EC3}"/>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389516" y="685800"/>
            <a:ext cx="5430884" cy="5204983"/>
          </a:xfrm>
        </p:spPr>
        <p:txBody>
          <a:bodyPr>
            <a:normAutofit/>
          </a:bodyPr>
          <a:lstStyle/>
          <a:p>
            <a:pPr marL="0" lvl="0" indent="0">
              <a:spcBef>
                <a:spcPts val="2500"/>
              </a:spcBef>
              <a:buFont typeface="Arial" panose="020B0604020202020204" pitchFamily="34" charset="0"/>
              <a:buNone/>
            </a:pPr>
            <a:r>
              <a:rPr lang="en-US" b="1"/>
              <a:t>Release Toggle Pattern</a:t>
            </a:r>
          </a:p>
          <a:p>
            <a:pPr marL="0" lvl="1" indent="0">
              <a:buFont typeface="Arial" panose="020B0604020202020204" pitchFamily="34" charset="0"/>
              <a:buNone/>
            </a:pPr>
            <a:r>
              <a:rPr lang="en-US"/>
              <a:t>Release toggles hide incomplete features until they are ready for public release, improving controlled deployment.</a:t>
            </a:r>
          </a:p>
          <a:p>
            <a:pPr marL="0" lvl="0" indent="0">
              <a:spcBef>
                <a:spcPts val="2500"/>
              </a:spcBef>
              <a:buFont typeface="Arial" panose="020B0604020202020204" pitchFamily="34" charset="0"/>
              <a:buNone/>
            </a:pPr>
            <a:r>
              <a:rPr lang="en-US" b="1"/>
              <a:t>Kill Switch Pattern</a:t>
            </a:r>
          </a:p>
          <a:p>
            <a:pPr marL="0" lvl="1" indent="0">
              <a:buFont typeface="Arial" panose="020B0604020202020204" pitchFamily="34" charset="0"/>
              <a:buNone/>
            </a:pPr>
            <a:r>
              <a:rPr lang="en-US"/>
              <a:t>Kill switches allow rapid disabling of problematic features to prevent production issues and performance degradation.</a:t>
            </a:r>
          </a:p>
          <a:p>
            <a:pPr marL="0" lvl="0" indent="0">
              <a:spcBef>
                <a:spcPts val="2500"/>
              </a:spcBef>
              <a:buFont typeface="Arial" panose="020B0604020202020204" pitchFamily="34" charset="0"/>
              <a:buNone/>
            </a:pPr>
            <a:r>
              <a:rPr lang="en-US" b="1"/>
              <a:t>Canary and Gradual Rollout</a:t>
            </a:r>
          </a:p>
          <a:p>
            <a:pPr marL="0" lvl="1" indent="0">
              <a:buFont typeface="Arial" panose="020B0604020202020204" pitchFamily="34" charset="0"/>
              <a:buNone/>
            </a:pPr>
            <a:r>
              <a:rPr lang="en-US"/>
              <a:t>Canary rollouts enable features for small user groups first, gradually expanding based on performance and confidence.</a:t>
            </a:r>
          </a:p>
          <a:p>
            <a:pPr marL="0" lvl="0" indent="0">
              <a:spcBef>
                <a:spcPts val="2500"/>
              </a:spcBef>
              <a:buFont typeface="Arial" panose="020B0604020202020204" pitchFamily="34" charset="0"/>
              <a:buNone/>
            </a:pPr>
            <a:r>
              <a:rPr lang="en-US" b="1"/>
              <a:t>Targeted Rollouts and Experimentation</a:t>
            </a:r>
          </a:p>
          <a:p>
            <a:pPr marL="0" lvl="1" indent="0">
              <a:buFont typeface="Arial" panose="020B0604020202020204" pitchFamily="34" charset="0"/>
              <a:buNone/>
            </a:pPr>
            <a:r>
              <a:rPr lang="en-US"/>
              <a:t>Targeted rollouts and A/B testing deliver features to specific users or groups to gather performance and usage data.</a:t>
            </a:r>
          </a:p>
        </p:txBody>
      </p:sp>
      <p:sp>
        <p:nvSpPr>
          <p:cNvPr id="5" name="Footer Placeholder 4">
            <a:extLst>
              <a:ext uri="{FF2B5EF4-FFF2-40B4-BE49-F238E27FC236}">
                <a16:creationId xmlns:a16="http://schemas.microsoft.com/office/drawing/2014/main" id="{A82E8820-A905-B077-1630-8F591A9D9058}"/>
              </a:ext>
            </a:extLst>
          </p:cNvPr>
          <p:cNvSpPr>
            <a:spLocks noGrp="1"/>
          </p:cNvSpPr>
          <p:nvPr>
            <p:ph type="ftr" sz="quarter" idx="11"/>
          </p:nvPr>
        </p:nvSpPr>
        <p:spPr>
          <a:xfrm>
            <a:off x="602974" y="6029867"/>
            <a:ext cx="1911096" cy="365126"/>
          </a:xfrm>
        </p:spPr>
        <p:txBody>
          <a:bodyPr anchor="ctr">
            <a:normAutofit/>
          </a:bodyPr>
          <a:lstStyle/>
          <a:p>
            <a:pPr>
              <a:spcAft>
                <a:spcPts val="600"/>
              </a:spcAft>
            </a:pPr>
            <a:r>
              <a:rPr lang="en-US"/>
              <a:t>Sample Footer Text</a:t>
            </a:r>
          </a:p>
        </p:txBody>
      </p:sp>
      <p:sp>
        <p:nvSpPr>
          <p:cNvPr id="6" name="Date Placeholder 5">
            <a:extLst>
              <a:ext uri="{FF2B5EF4-FFF2-40B4-BE49-F238E27FC236}">
                <a16:creationId xmlns:a16="http://schemas.microsoft.com/office/drawing/2014/main" id="{D96E500A-BCBC-CB93-398A-B91265820891}"/>
              </a:ext>
            </a:extLst>
          </p:cNvPr>
          <p:cNvSpPr>
            <a:spLocks noGrp="1"/>
          </p:cNvSpPr>
          <p:nvPr>
            <p:ph type="dt" sz="half" idx="10"/>
          </p:nvPr>
        </p:nvSpPr>
        <p:spPr>
          <a:xfrm>
            <a:off x="10058400" y="6029868"/>
            <a:ext cx="1179576" cy="365125"/>
          </a:xfrm>
        </p:spPr>
        <p:txBody>
          <a:bodyPr anchor="ctr">
            <a:normAutofit/>
          </a:bodyPr>
          <a:lstStyle/>
          <a:p>
            <a:pPr>
              <a:spcAft>
                <a:spcPts val="600"/>
              </a:spcAft>
            </a:pPr>
            <a:fld id="{B3C0EDEC-0890-4E6D-9DE0-ECAF543851A7}" type="datetime1">
              <a:rPr lang="en-US" smtClean="0"/>
              <a:pPr>
                <a:spcAft>
                  <a:spcPts val="600"/>
                </a:spcAft>
              </a:pPr>
              <a:t>6/18/2026</a:t>
            </a:fld>
            <a:endParaRPr lang="en-US"/>
          </a:p>
        </p:txBody>
      </p:sp>
      <p:sp>
        <p:nvSpPr>
          <p:cNvPr id="7" name="Slide Number Placeholder 6">
            <a:extLst>
              <a:ext uri="{FF2B5EF4-FFF2-40B4-BE49-F238E27FC236}">
                <a16:creationId xmlns:a16="http://schemas.microsoft.com/office/drawing/2014/main" id="{0E9A680E-B9FC-24B2-CC7E-377A8200D6B6}"/>
              </a:ext>
            </a:extLst>
          </p:cNvPr>
          <p:cNvSpPr>
            <a:spLocks noGrp="1"/>
          </p:cNvSpPr>
          <p:nvPr>
            <p:ph type="sldNum" sz="quarter" idx="12"/>
          </p:nvPr>
        </p:nvSpPr>
        <p:spPr>
          <a:xfrm>
            <a:off x="11233434" y="6029868"/>
            <a:ext cx="429372" cy="365125"/>
          </a:xfrm>
        </p:spPr>
        <p:txBody>
          <a:bodyPr anchor="ctr">
            <a:normAutofit/>
          </a:bodyPr>
          <a:lstStyle/>
          <a:p>
            <a:pPr>
              <a:spcAft>
                <a:spcPts val="600"/>
              </a:spcAft>
            </a:pPr>
            <a:fld id="{27F8DDA4-3B80-4E8A-A8F5-521F73BF9127}" type="slidenum">
              <a:rPr lang="en-US" smtClean="0"/>
              <a:pPr>
                <a:spcAft>
                  <a:spcPts val="600"/>
                </a:spcAft>
              </a:pPr>
              <a:t>7</a:t>
            </a:fld>
            <a:endParaRPr lang="en-US"/>
          </a:p>
        </p:txBody>
      </p:sp>
    </p:spTree>
    <p:extLst>
      <p:ext uri="{BB962C8B-B14F-4D97-AF65-F5344CB8AC3E}">
        <p14:creationId xmlns:p14="http://schemas.microsoft.com/office/powerpoint/2010/main" val="333792988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4K Resolution">
            <a:extLst>
              <a:ext uri="{FF2B5EF4-FFF2-40B4-BE49-F238E27FC236}">
                <a16:creationId xmlns:a16="http://schemas.microsoft.com/office/drawing/2014/main" id="{E2129B1D-7245-456A-A3A2-B8D00F3B28BC}"/>
              </a:ext>
            </a:extLst>
          </p:cNvPr>
          <p:cNvPicPr>
            <a:picLocks noGrp="1" noChangeAspect="1"/>
          </p:cNvPicPr>
          <p:nvPr>
            <p:ph type="pic" sz="quarter" idx="13"/>
          </p:nvPr>
        </p:nvPicPr>
        <p:blipFill>
          <a:blip r:embed="rId3"/>
          <a:srcRect l="21840" r="22165" b="1"/>
          <a:stretch>
            <a:fillRect/>
          </a:stretch>
        </p:blipFill>
        <p:spPr>
          <a:xfrm>
            <a:off x="20" y="1"/>
            <a:ext cx="4800580" cy="4822372"/>
          </a:xfrm>
        </p:spPr>
      </p:pic>
      <p:sp>
        <p:nvSpPr>
          <p:cNvPr id="2" name="Title 1">
            <a:extLst>
              <a:ext uri="{FF2B5EF4-FFF2-40B4-BE49-F238E27FC236}">
                <a16:creationId xmlns:a16="http://schemas.microsoft.com/office/drawing/2014/main" id="{75B68B18-2C0B-E4AA-FDEA-CCDB5B21BB3C}"/>
              </a:ext>
            </a:extLst>
          </p:cNvPr>
          <p:cNvSpPr>
            <a:spLocks noGrp="1"/>
          </p:cNvSpPr>
          <p:nvPr>
            <p:ph type="title"/>
          </p:nvPr>
        </p:nvSpPr>
        <p:spPr>
          <a:xfrm>
            <a:off x="1002085" y="4374100"/>
            <a:ext cx="3897905" cy="1380814"/>
          </a:xfrm>
        </p:spPr>
        <p:txBody>
          <a:bodyPr anchor="t">
            <a:normAutofit/>
          </a:bodyPr>
          <a:lstStyle/>
          <a:p>
            <a:r>
              <a:rPr lang="en-US"/>
              <a:t>Implementing Feature Flags in .NET</a:t>
            </a:r>
          </a:p>
        </p:txBody>
      </p:sp>
      <p:sp>
        <p:nvSpPr>
          <p:cNvPr id="4" name="Content Placeholder 3">
            <a:extLst>
              <a:ext uri="{FF2B5EF4-FFF2-40B4-BE49-F238E27FC236}">
                <a16:creationId xmlns:a16="http://schemas.microsoft.com/office/drawing/2014/main" id="{4EDAF1FD-0FAE-DA13-58B3-8528BAFAB720}"/>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389516" y="685800"/>
            <a:ext cx="5430884" cy="5204983"/>
          </a:xfrm>
        </p:spPr>
        <p:txBody>
          <a:bodyPr>
            <a:normAutofit/>
          </a:bodyPr>
          <a:lstStyle/>
          <a:p>
            <a:pPr marL="0" lvl="0" indent="0">
              <a:spcBef>
                <a:spcPts val="2500"/>
              </a:spcBef>
              <a:buFont typeface="Arial" panose="020B0604020202020204" pitchFamily="34" charset="0"/>
              <a:buNone/>
            </a:pPr>
            <a:r>
              <a:rPr lang="en-US" b="1"/>
              <a:t>Setup and Integration</a:t>
            </a:r>
          </a:p>
          <a:p>
            <a:pPr marL="0" lvl="1" indent="0">
              <a:buFont typeface="Arial" panose="020B0604020202020204" pitchFamily="34" charset="0"/>
              <a:buNone/>
            </a:pPr>
            <a:r>
              <a:rPr lang="en-US"/>
              <a:t>Install NuGet packages to connect .NET applications with Azure App Configuration and enable feature flags.</a:t>
            </a:r>
          </a:p>
          <a:p>
            <a:pPr marL="0" lvl="0" indent="0">
              <a:spcBef>
                <a:spcPts val="2500"/>
              </a:spcBef>
              <a:buFont typeface="Arial" panose="020B0604020202020204" pitchFamily="34" charset="0"/>
              <a:buNone/>
            </a:pPr>
            <a:r>
              <a:rPr lang="en-US" b="1"/>
              <a:t>Runtime Feature Evaluation</a:t>
            </a:r>
          </a:p>
          <a:p>
            <a:pPr marL="0" lvl="1" indent="0">
              <a:buFont typeface="Arial" panose="020B0604020202020204" pitchFamily="34" charset="0"/>
              <a:buNone/>
            </a:pPr>
            <a:r>
              <a:rPr lang="en-US"/>
              <a:t>Use IFeatureManager interface to dynamically check feature flag status and control application behavior.</a:t>
            </a:r>
          </a:p>
          <a:p>
            <a:pPr marL="0" lvl="0" indent="0">
              <a:spcBef>
                <a:spcPts val="2500"/>
              </a:spcBef>
              <a:buFont typeface="Arial" panose="020B0604020202020204" pitchFamily="34" charset="0"/>
              <a:buNone/>
            </a:pPr>
            <a:r>
              <a:rPr lang="en-US" b="1"/>
              <a:t>Advanced Feature Filters</a:t>
            </a:r>
          </a:p>
          <a:p>
            <a:pPr marL="0" lvl="1" indent="0">
              <a:buFont typeface="Arial" panose="020B0604020202020204" pitchFamily="34" charset="0"/>
              <a:buNone/>
            </a:pPr>
            <a:r>
              <a:rPr lang="en-US"/>
              <a:t>Configure percentage rollouts, user targeting, and time-based activation for sophisticated feature management.</a:t>
            </a:r>
          </a:p>
          <a:p>
            <a:pPr marL="0" lvl="0" indent="0">
              <a:spcBef>
                <a:spcPts val="2500"/>
              </a:spcBef>
              <a:buFont typeface="Arial" panose="020B0604020202020204" pitchFamily="34" charset="0"/>
              <a:buNone/>
            </a:pPr>
            <a:r>
              <a:rPr lang="en-US" b="1"/>
              <a:t>Configuration Synchronization</a:t>
            </a:r>
          </a:p>
          <a:p>
            <a:pPr marL="0" lvl="1" indent="0">
              <a:buFont typeface="Arial" panose="020B0604020202020204" pitchFamily="34" charset="0"/>
              <a:buNone/>
            </a:pPr>
            <a:r>
              <a:rPr lang="en-US"/>
              <a:t>Set refresh intervals to keep application updated with the latest feature flag configurations without redeployment.</a:t>
            </a:r>
          </a:p>
        </p:txBody>
      </p:sp>
      <p:sp>
        <p:nvSpPr>
          <p:cNvPr id="5" name="Footer Placeholder 4">
            <a:extLst>
              <a:ext uri="{FF2B5EF4-FFF2-40B4-BE49-F238E27FC236}">
                <a16:creationId xmlns:a16="http://schemas.microsoft.com/office/drawing/2014/main" id="{5D6882E1-1D8A-B330-AC7F-7F9C1678490C}"/>
              </a:ext>
            </a:extLst>
          </p:cNvPr>
          <p:cNvSpPr>
            <a:spLocks noGrp="1"/>
          </p:cNvSpPr>
          <p:nvPr>
            <p:ph type="ftr" sz="quarter" idx="11"/>
          </p:nvPr>
        </p:nvSpPr>
        <p:spPr>
          <a:xfrm>
            <a:off x="602974" y="6029867"/>
            <a:ext cx="1911096" cy="365126"/>
          </a:xfrm>
        </p:spPr>
        <p:txBody>
          <a:bodyPr anchor="ctr">
            <a:normAutofit/>
          </a:bodyPr>
          <a:lstStyle/>
          <a:p>
            <a:pPr>
              <a:spcAft>
                <a:spcPts val="600"/>
              </a:spcAft>
            </a:pPr>
            <a:r>
              <a:rPr lang="en-US"/>
              <a:t>Sample Footer Text</a:t>
            </a:r>
          </a:p>
        </p:txBody>
      </p:sp>
      <p:sp>
        <p:nvSpPr>
          <p:cNvPr id="6" name="Date Placeholder 5">
            <a:extLst>
              <a:ext uri="{FF2B5EF4-FFF2-40B4-BE49-F238E27FC236}">
                <a16:creationId xmlns:a16="http://schemas.microsoft.com/office/drawing/2014/main" id="{6377A933-34FD-4D1C-14C1-B6ADFB54B63B}"/>
              </a:ext>
            </a:extLst>
          </p:cNvPr>
          <p:cNvSpPr>
            <a:spLocks noGrp="1"/>
          </p:cNvSpPr>
          <p:nvPr>
            <p:ph type="dt" sz="half" idx="10"/>
          </p:nvPr>
        </p:nvSpPr>
        <p:spPr>
          <a:xfrm>
            <a:off x="10058400" y="6029868"/>
            <a:ext cx="1179576" cy="365125"/>
          </a:xfrm>
        </p:spPr>
        <p:txBody>
          <a:bodyPr anchor="ctr">
            <a:normAutofit/>
          </a:bodyPr>
          <a:lstStyle/>
          <a:p>
            <a:pPr>
              <a:spcAft>
                <a:spcPts val="600"/>
              </a:spcAft>
            </a:pPr>
            <a:fld id="{B3C0EDEC-0890-4E6D-9DE0-ECAF543851A7}" type="datetime1">
              <a:rPr lang="en-US" smtClean="0"/>
              <a:pPr>
                <a:spcAft>
                  <a:spcPts val="600"/>
                </a:spcAft>
              </a:pPr>
              <a:t>6/18/2026</a:t>
            </a:fld>
            <a:endParaRPr lang="en-US"/>
          </a:p>
        </p:txBody>
      </p:sp>
      <p:sp>
        <p:nvSpPr>
          <p:cNvPr id="7" name="Slide Number Placeholder 6">
            <a:extLst>
              <a:ext uri="{FF2B5EF4-FFF2-40B4-BE49-F238E27FC236}">
                <a16:creationId xmlns:a16="http://schemas.microsoft.com/office/drawing/2014/main" id="{2E2C1699-6913-F29E-6F24-3498168C9633}"/>
              </a:ext>
            </a:extLst>
          </p:cNvPr>
          <p:cNvSpPr>
            <a:spLocks noGrp="1"/>
          </p:cNvSpPr>
          <p:nvPr>
            <p:ph type="sldNum" sz="quarter" idx="12"/>
          </p:nvPr>
        </p:nvSpPr>
        <p:spPr>
          <a:xfrm>
            <a:off x="11233434" y="6029868"/>
            <a:ext cx="429372" cy="365125"/>
          </a:xfrm>
        </p:spPr>
        <p:txBody>
          <a:bodyPr anchor="ctr">
            <a:normAutofit/>
          </a:bodyPr>
          <a:lstStyle/>
          <a:p>
            <a:pPr>
              <a:spcAft>
                <a:spcPts val="600"/>
              </a:spcAft>
            </a:pPr>
            <a:fld id="{27F8DDA4-3B80-4E8A-A8F5-521F73BF9127}" type="slidenum">
              <a:rPr lang="en-US" smtClean="0"/>
              <a:pPr>
                <a:spcAft>
                  <a:spcPts val="600"/>
                </a:spcAft>
              </a:pPr>
              <a:t>8</a:t>
            </a:fld>
            <a:endParaRPr lang="en-US"/>
          </a:p>
        </p:txBody>
      </p:sp>
    </p:spTree>
    <p:extLst>
      <p:ext uri="{BB962C8B-B14F-4D97-AF65-F5344CB8AC3E}">
        <p14:creationId xmlns:p14="http://schemas.microsoft.com/office/powerpoint/2010/main" val="369242791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992D5-8103-DD54-BFD1-E0311713CAC1}"/>
              </a:ext>
            </a:extLst>
          </p:cNvPr>
          <p:cNvSpPr>
            <a:spLocks noGrp="1"/>
          </p:cNvSpPr>
          <p:nvPr>
            <p:ph type="title"/>
          </p:nvPr>
        </p:nvSpPr>
        <p:spPr>
          <a:xfrm>
            <a:off x="185877" y="1062360"/>
            <a:ext cx="9948723" cy="5762371"/>
          </a:xfrm>
        </p:spPr>
        <p:txBody>
          <a:bodyPr anchor="b">
            <a:normAutofit/>
          </a:bodyPr>
          <a:lstStyle/>
          <a:p>
            <a:r>
              <a:rPr lang="en-US"/>
              <a:t>Best Practices</a:t>
            </a:r>
          </a:p>
        </p:txBody>
      </p:sp>
      <p:sp>
        <p:nvSpPr>
          <p:cNvPr id="4" name="Footer Placeholder 3">
            <a:extLst>
              <a:ext uri="{FF2B5EF4-FFF2-40B4-BE49-F238E27FC236}">
                <a16:creationId xmlns:a16="http://schemas.microsoft.com/office/drawing/2014/main" id="{91326CA2-0791-50D8-EFC7-328FD3A6F32C}"/>
              </a:ext>
            </a:extLst>
          </p:cNvPr>
          <p:cNvSpPr>
            <a:spLocks noGrp="1"/>
          </p:cNvSpPr>
          <p:nvPr>
            <p:ph type="ftr" sz="quarter" idx="11"/>
          </p:nvPr>
        </p:nvSpPr>
        <p:spPr>
          <a:xfrm>
            <a:off x="9677400" y="618213"/>
            <a:ext cx="1941441" cy="444147"/>
          </a:xfrm>
        </p:spPr>
        <p:txBody>
          <a:bodyPr anchor="t">
            <a:normAutofit/>
          </a:bodyPr>
          <a:lstStyle/>
          <a:p>
            <a:pPr>
              <a:spcAft>
                <a:spcPts val="600"/>
              </a:spcAft>
            </a:pPr>
            <a:r>
              <a:rPr lang="en-US"/>
              <a:t>Sample Footer Text</a:t>
            </a:r>
          </a:p>
        </p:txBody>
      </p:sp>
      <p:sp>
        <p:nvSpPr>
          <p:cNvPr id="5" name="Date Placeholder 4">
            <a:extLst>
              <a:ext uri="{FF2B5EF4-FFF2-40B4-BE49-F238E27FC236}">
                <a16:creationId xmlns:a16="http://schemas.microsoft.com/office/drawing/2014/main" id="{0FAE1F23-F8EC-1A61-B36A-743917F21523}"/>
              </a:ext>
            </a:extLst>
          </p:cNvPr>
          <p:cNvSpPr>
            <a:spLocks noGrp="1"/>
          </p:cNvSpPr>
          <p:nvPr>
            <p:ph type="dt" sz="half" idx="10"/>
          </p:nvPr>
        </p:nvSpPr>
        <p:spPr>
          <a:xfrm>
            <a:off x="10134600" y="5991663"/>
            <a:ext cx="1079954" cy="365125"/>
          </a:xfrm>
        </p:spPr>
        <p:txBody>
          <a:bodyPr anchor="ctr">
            <a:normAutofit/>
          </a:bodyPr>
          <a:lstStyle/>
          <a:p>
            <a:pPr>
              <a:spcAft>
                <a:spcPts val="600"/>
              </a:spcAft>
            </a:pPr>
            <a:fld id="{06866CBB-6F1F-436D-A8C6-FABC4CF2B536}" type="datetime1">
              <a:rPr lang="en-US" smtClean="0"/>
              <a:pPr>
                <a:spcAft>
                  <a:spcPts val="600"/>
                </a:spcAft>
              </a:pPr>
              <a:t>6/18/2026</a:t>
            </a:fld>
            <a:endParaRPr lang="en-US"/>
          </a:p>
        </p:txBody>
      </p:sp>
      <p:sp>
        <p:nvSpPr>
          <p:cNvPr id="6" name="Slide Number Placeholder 5">
            <a:extLst>
              <a:ext uri="{FF2B5EF4-FFF2-40B4-BE49-F238E27FC236}">
                <a16:creationId xmlns:a16="http://schemas.microsoft.com/office/drawing/2014/main" id="{9CCFC85E-B49A-7042-F4FB-8B2B1797D91F}"/>
              </a:ext>
            </a:extLst>
          </p:cNvPr>
          <p:cNvSpPr>
            <a:spLocks noGrp="1"/>
          </p:cNvSpPr>
          <p:nvPr>
            <p:ph type="sldNum" sz="quarter" idx="12"/>
          </p:nvPr>
        </p:nvSpPr>
        <p:spPr>
          <a:xfrm>
            <a:off x="11210544" y="5991663"/>
            <a:ext cx="429372" cy="365125"/>
          </a:xfrm>
        </p:spPr>
        <p:txBody>
          <a:bodyPr anchor="ctr">
            <a:normAutofit/>
          </a:bodyPr>
          <a:lstStyle/>
          <a:p>
            <a:pPr>
              <a:spcAft>
                <a:spcPts val="600"/>
              </a:spcAft>
            </a:pPr>
            <a:fld id="{27F8DDA4-3B80-4E8A-A8F5-521F73BF9127}" type="slidenum">
              <a:rPr lang="en-US" smtClean="0"/>
              <a:pPr>
                <a:spcAft>
                  <a:spcPts val="600"/>
                </a:spcAft>
              </a:pPr>
              <a:t>9</a:t>
            </a:fld>
            <a:endParaRPr lang="en-US"/>
          </a:p>
        </p:txBody>
      </p:sp>
    </p:spTree>
    <p:extLst>
      <p:ext uri="{BB962C8B-B14F-4D97-AF65-F5344CB8AC3E}">
        <p14:creationId xmlns:p14="http://schemas.microsoft.com/office/powerpoint/2010/main" val="164001123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4K Resolution">
            <a:extLst>
              <a:ext uri="{FF2B5EF4-FFF2-40B4-BE49-F238E27FC236}">
                <a16:creationId xmlns:a16="http://schemas.microsoft.com/office/drawing/2014/main" id="{3A2339AC-C8BA-4453-8EBC-5C030566F440}"/>
              </a:ext>
            </a:extLst>
          </p:cNvPr>
          <p:cNvPicPr>
            <a:picLocks noGrp="1" noChangeAspect="1"/>
          </p:cNvPicPr>
          <p:nvPr>
            <p:ph type="pic" sz="quarter" idx="13"/>
          </p:nvPr>
        </p:nvPicPr>
        <p:blipFill>
          <a:blip r:embed="rId3"/>
          <a:srcRect l="22571" r="21434" b="1"/>
          <a:stretch>
            <a:fillRect/>
          </a:stretch>
        </p:blipFill>
        <p:spPr>
          <a:xfrm>
            <a:off x="20" y="1"/>
            <a:ext cx="4800580" cy="4822372"/>
          </a:xfrm>
        </p:spPr>
      </p:pic>
      <p:sp>
        <p:nvSpPr>
          <p:cNvPr id="2" name="Title 1">
            <a:extLst>
              <a:ext uri="{FF2B5EF4-FFF2-40B4-BE49-F238E27FC236}">
                <a16:creationId xmlns:a16="http://schemas.microsoft.com/office/drawing/2014/main" id="{200753B5-704B-44C1-0ACD-86896AB2C787}"/>
              </a:ext>
            </a:extLst>
          </p:cNvPr>
          <p:cNvSpPr>
            <a:spLocks noGrp="1"/>
          </p:cNvSpPr>
          <p:nvPr>
            <p:ph type="title"/>
          </p:nvPr>
        </p:nvSpPr>
        <p:spPr>
          <a:xfrm>
            <a:off x="1002085" y="4374100"/>
            <a:ext cx="3897905" cy="1380814"/>
          </a:xfrm>
        </p:spPr>
        <p:txBody>
          <a:bodyPr anchor="t">
            <a:normAutofit/>
          </a:bodyPr>
          <a:lstStyle/>
          <a:p>
            <a:r>
              <a:rPr lang="en-US"/>
              <a:t>Design and Operational Guidance</a:t>
            </a:r>
          </a:p>
        </p:txBody>
      </p:sp>
      <p:sp>
        <p:nvSpPr>
          <p:cNvPr id="4" name="Content Placeholder 3">
            <a:extLst>
              <a:ext uri="{FF2B5EF4-FFF2-40B4-BE49-F238E27FC236}">
                <a16:creationId xmlns:a16="http://schemas.microsoft.com/office/drawing/2014/main" id="{B32D4D7D-32E3-A35B-85AB-01CBEE47B631}"/>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389516" y="685800"/>
            <a:ext cx="5430884" cy="5204983"/>
          </a:xfrm>
        </p:spPr>
        <p:txBody>
          <a:bodyPr>
            <a:normAutofit/>
          </a:bodyPr>
          <a:lstStyle/>
          <a:p>
            <a:pPr marL="0" lvl="0" indent="0">
              <a:spcBef>
                <a:spcPts val="2500"/>
              </a:spcBef>
              <a:buFont typeface="Arial" panose="020B0604020202020204" pitchFamily="34" charset="0"/>
              <a:buNone/>
            </a:pPr>
            <a:r>
              <a:rPr lang="en-US" b="1"/>
              <a:t>One Flag per Feature</a:t>
            </a:r>
          </a:p>
          <a:p>
            <a:pPr marL="0" lvl="1" indent="0">
              <a:buFont typeface="Arial" panose="020B0604020202020204" pitchFamily="34" charset="0"/>
              <a:buNone/>
            </a:pPr>
            <a:r>
              <a:rPr lang="en-US"/>
              <a:t>Creating one feature flag per feature reduces code complexity and improves maintainability.</a:t>
            </a:r>
          </a:p>
          <a:p>
            <a:pPr marL="0" lvl="0" indent="0">
              <a:spcBef>
                <a:spcPts val="2500"/>
              </a:spcBef>
              <a:buFont typeface="Arial" panose="020B0604020202020204" pitchFamily="34" charset="0"/>
              <a:buNone/>
            </a:pPr>
            <a:r>
              <a:rPr lang="en-US" b="1"/>
              <a:t>Short-lived Flags</a:t>
            </a:r>
          </a:p>
          <a:p>
            <a:pPr marL="0" lvl="1" indent="0">
              <a:buFont typeface="Arial" panose="020B0604020202020204" pitchFamily="34" charset="0"/>
              <a:buNone/>
            </a:pPr>
            <a:r>
              <a:rPr lang="en-US"/>
              <a:t>Feature flags should be removed once features are fully rolled out to avoid technical debt.</a:t>
            </a:r>
          </a:p>
          <a:p>
            <a:pPr marL="0" lvl="0" indent="0">
              <a:spcBef>
                <a:spcPts val="2500"/>
              </a:spcBef>
              <a:buFont typeface="Arial" panose="020B0604020202020204" pitchFamily="34" charset="0"/>
              <a:buNone/>
            </a:pPr>
            <a:r>
              <a:rPr lang="en-US" b="1"/>
              <a:t>Controlled Rollouts</a:t>
            </a:r>
          </a:p>
          <a:p>
            <a:pPr marL="0" lvl="1" indent="0">
              <a:buFont typeface="Arial" panose="020B0604020202020204" pitchFamily="34" charset="0"/>
              <a:buNone/>
            </a:pPr>
            <a:r>
              <a:rPr lang="en-US"/>
              <a:t>Start with flags disabled and enable gradually using canary deployments or targeted releases to minimize risks.</a:t>
            </a:r>
          </a:p>
          <a:p>
            <a:pPr marL="0" lvl="0" indent="0">
              <a:spcBef>
                <a:spcPts val="2500"/>
              </a:spcBef>
              <a:buFont typeface="Arial" panose="020B0604020202020204" pitchFamily="34" charset="0"/>
              <a:buNone/>
            </a:pPr>
            <a:r>
              <a:rPr lang="en-US" b="1"/>
              <a:t>Telemetry and Governance</a:t>
            </a:r>
          </a:p>
          <a:p>
            <a:pPr marL="0" lvl="1" indent="0">
              <a:buFont typeface="Arial" panose="020B0604020202020204" pitchFamily="34" charset="0"/>
              <a:buNone/>
            </a:pPr>
            <a:r>
              <a:rPr lang="en-US"/>
              <a:t>Integrate telemetry to monitor feature usage and establish governance to document and clean up flags.</a:t>
            </a:r>
          </a:p>
        </p:txBody>
      </p:sp>
      <p:sp>
        <p:nvSpPr>
          <p:cNvPr id="5" name="Footer Placeholder 4">
            <a:extLst>
              <a:ext uri="{FF2B5EF4-FFF2-40B4-BE49-F238E27FC236}">
                <a16:creationId xmlns:a16="http://schemas.microsoft.com/office/drawing/2014/main" id="{4A5CA441-8051-31A9-0980-23A04F43A477}"/>
              </a:ext>
            </a:extLst>
          </p:cNvPr>
          <p:cNvSpPr>
            <a:spLocks noGrp="1"/>
          </p:cNvSpPr>
          <p:nvPr>
            <p:ph type="ftr" sz="quarter" idx="11"/>
          </p:nvPr>
        </p:nvSpPr>
        <p:spPr>
          <a:xfrm>
            <a:off x="602974" y="6029867"/>
            <a:ext cx="1911096" cy="365126"/>
          </a:xfrm>
        </p:spPr>
        <p:txBody>
          <a:bodyPr anchor="ctr">
            <a:normAutofit/>
          </a:bodyPr>
          <a:lstStyle/>
          <a:p>
            <a:pPr>
              <a:spcAft>
                <a:spcPts val="600"/>
              </a:spcAft>
            </a:pPr>
            <a:r>
              <a:rPr lang="en-US"/>
              <a:t>Sample Footer Text</a:t>
            </a:r>
          </a:p>
        </p:txBody>
      </p:sp>
      <p:sp>
        <p:nvSpPr>
          <p:cNvPr id="6" name="Date Placeholder 5">
            <a:extLst>
              <a:ext uri="{FF2B5EF4-FFF2-40B4-BE49-F238E27FC236}">
                <a16:creationId xmlns:a16="http://schemas.microsoft.com/office/drawing/2014/main" id="{91AADDAA-8C09-BB20-53E9-2AA023A322C3}"/>
              </a:ext>
            </a:extLst>
          </p:cNvPr>
          <p:cNvSpPr>
            <a:spLocks noGrp="1"/>
          </p:cNvSpPr>
          <p:nvPr>
            <p:ph type="dt" sz="half" idx="10"/>
          </p:nvPr>
        </p:nvSpPr>
        <p:spPr>
          <a:xfrm>
            <a:off x="10058400" y="6029868"/>
            <a:ext cx="1179576" cy="365125"/>
          </a:xfrm>
        </p:spPr>
        <p:txBody>
          <a:bodyPr anchor="ctr">
            <a:normAutofit/>
          </a:bodyPr>
          <a:lstStyle/>
          <a:p>
            <a:pPr>
              <a:spcAft>
                <a:spcPts val="600"/>
              </a:spcAft>
            </a:pPr>
            <a:fld id="{B3C0EDEC-0890-4E6D-9DE0-ECAF543851A7}" type="datetime1">
              <a:rPr lang="en-US" smtClean="0"/>
              <a:pPr>
                <a:spcAft>
                  <a:spcPts val="600"/>
                </a:spcAft>
              </a:pPr>
              <a:t>6/18/2026</a:t>
            </a:fld>
            <a:endParaRPr lang="en-US"/>
          </a:p>
        </p:txBody>
      </p:sp>
      <p:sp>
        <p:nvSpPr>
          <p:cNvPr id="7" name="Slide Number Placeholder 6">
            <a:extLst>
              <a:ext uri="{FF2B5EF4-FFF2-40B4-BE49-F238E27FC236}">
                <a16:creationId xmlns:a16="http://schemas.microsoft.com/office/drawing/2014/main" id="{5430EB96-B4C9-0793-F5A8-44AB5BB589BE}"/>
              </a:ext>
            </a:extLst>
          </p:cNvPr>
          <p:cNvSpPr>
            <a:spLocks noGrp="1"/>
          </p:cNvSpPr>
          <p:nvPr>
            <p:ph type="sldNum" sz="quarter" idx="12"/>
          </p:nvPr>
        </p:nvSpPr>
        <p:spPr>
          <a:xfrm>
            <a:off x="11233434" y="6029868"/>
            <a:ext cx="429372" cy="365125"/>
          </a:xfrm>
        </p:spPr>
        <p:txBody>
          <a:bodyPr anchor="ctr">
            <a:normAutofit/>
          </a:bodyPr>
          <a:lstStyle/>
          <a:p>
            <a:pPr>
              <a:spcAft>
                <a:spcPts val="600"/>
              </a:spcAft>
            </a:pPr>
            <a:fld id="{27F8DDA4-3B80-4E8A-A8F5-521F73BF9127}" type="slidenum">
              <a:rPr lang="en-US" smtClean="0"/>
              <a:pPr>
                <a:spcAft>
                  <a:spcPts val="600"/>
                </a:spcAft>
              </a:pPr>
              <a:t>10</a:t>
            </a:fld>
            <a:endParaRPr lang="en-US"/>
          </a:p>
        </p:txBody>
      </p:sp>
    </p:spTree>
    <p:extLst>
      <p:ext uri="{BB962C8B-B14F-4D97-AF65-F5344CB8AC3E}">
        <p14:creationId xmlns:p14="http://schemas.microsoft.com/office/powerpoint/2010/main" val="309079655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715A83-1AB2-80B9-D671-4DCAC1D57068}"/>
              </a:ext>
            </a:extLst>
          </p:cNvPr>
          <p:cNvSpPr>
            <a:spLocks noGrp="1"/>
          </p:cNvSpPr>
          <p:nvPr>
            <p:ph type="title"/>
          </p:nvPr>
        </p:nvSpPr>
        <p:spPr>
          <a:xfrm>
            <a:off x="185877" y="1062360"/>
            <a:ext cx="9948723" cy="5762371"/>
          </a:xfrm>
        </p:spPr>
        <p:txBody>
          <a:bodyPr anchor="b">
            <a:normAutofit/>
          </a:bodyPr>
          <a:lstStyle/>
          <a:p>
            <a:r>
              <a:rPr lang="en-US"/>
              <a:t>Demo and Practical Application</a:t>
            </a:r>
          </a:p>
        </p:txBody>
      </p:sp>
      <p:sp>
        <p:nvSpPr>
          <p:cNvPr id="4" name="Footer Placeholder 3">
            <a:extLst>
              <a:ext uri="{FF2B5EF4-FFF2-40B4-BE49-F238E27FC236}">
                <a16:creationId xmlns:a16="http://schemas.microsoft.com/office/drawing/2014/main" id="{93E32FCB-D63E-234D-B710-86CDCDD28E94}"/>
              </a:ext>
            </a:extLst>
          </p:cNvPr>
          <p:cNvSpPr>
            <a:spLocks noGrp="1"/>
          </p:cNvSpPr>
          <p:nvPr>
            <p:ph type="ftr" sz="quarter" idx="11"/>
          </p:nvPr>
        </p:nvSpPr>
        <p:spPr>
          <a:xfrm>
            <a:off x="9677400" y="618213"/>
            <a:ext cx="1941441" cy="444147"/>
          </a:xfrm>
        </p:spPr>
        <p:txBody>
          <a:bodyPr anchor="t">
            <a:normAutofit/>
          </a:bodyPr>
          <a:lstStyle/>
          <a:p>
            <a:pPr>
              <a:spcAft>
                <a:spcPts val="600"/>
              </a:spcAft>
            </a:pPr>
            <a:r>
              <a:rPr lang="en-US"/>
              <a:t>Sample Footer Text</a:t>
            </a:r>
          </a:p>
        </p:txBody>
      </p:sp>
      <p:sp>
        <p:nvSpPr>
          <p:cNvPr id="5" name="Date Placeholder 4">
            <a:extLst>
              <a:ext uri="{FF2B5EF4-FFF2-40B4-BE49-F238E27FC236}">
                <a16:creationId xmlns:a16="http://schemas.microsoft.com/office/drawing/2014/main" id="{82C134A2-2FE9-69A9-9F36-8AC36D140ECC}"/>
              </a:ext>
            </a:extLst>
          </p:cNvPr>
          <p:cNvSpPr>
            <a:spLocks noGrp="1"/>
          </p:cNvSpPr>
          <p:nvPr>
            <p:ph type="dt" sz="half" idx="10"/>
          </p:nvPr>
        </p:nvSpPr>
        <p:spPr>
          <a:xfrm>
            <a:off x="10134600" y="5991663"/>
            <a:ext cx="1079954" cy="365125"/>
          </a:xfrm>
        </p:spPr>
        <p:txBody>
          <a:bodyPr anchor="ctr">
            <a:normAutofit/>
          </a:bodyPr>
          <a:lstStyle/>
          <a:p>
            <a:pPr>
              <a:spcAft>
                <a:spcPts val="600"/>
              </a:spcAft>
            </a:pPr>
            <a:fld id="{06866CBB-6F1F-436D-A8C6-FABC4CF2B536}" type="datetime1">
              <a:rPr lang="en-US" smtClean="0"/>
              <a:pPr>
                <a:spcAft>
                  <a:spcPts val="600"/>
                </a:spcAft>
              </a:pPr>
              <a:t>6/18/2026</a:t>
            </a:fld>
            <a:endParaRPr lang="en-US"/>
          </a:p>
        </p:txBody>
      </p:sp>
      <p:sp>
        <p:nvSpPr>
          <p:cNvPr id="6" name="Slide Number Placeholder 5">
            <a:extLst>
              <a:ext uri="{FF2B5EF4-FFF2-40B4-BE49-F238E27FC236}">
                <a16:creationId xmlns:a16="http://schemas.microsoft.com/office/drawing/2014/main" id="{4CC3B150-C5A0-6547-6122-F2383D4747B5}"/>
              </a:ext>
            </a:extLst>
          </p:cNvPr>
          <p:cNvSpPr>
            <a:spLocks noGrp="1"/>
          </p:cNvSpPr>
          <p:nvPr>
            <p:ph type="sldNum" sz="quarter" idx="12"/>
          </p:nvPr>
        </p:nvSpPr>
        <p:spPr>
          <a:xfrm>
            <a:off x="11210544" y="5991663"/>
            <a:ext cx="429372" cy="365125"/>
          </a:xfrm>
        </p:spPr>
        <p:txBody>
          <a:bodyPr anchor="ctr">
            <a:normAutofit/>
          </a:bodyPr>
          <a:lstStyle/>
          <a:p>
            <a:pPr>
              <a:spcAft>
                <a:spcPts val="600"/>
              </a:spcAft>
            </a:pPr>
            <a:fld id="{27F8DDA4-3B80-4E8A-A8F5-521F73BF9127}" type="slidenum">
              <a:rPr lang="en-US" smtClean="0"/>
              <a:pPr>
                <a:spcAft>
                  <a:spcPts val="600"/>
                </a:spcAft>
              </a:pPr>
              <a:t>11</a:t>
            </a:fld>
            <a:endParaRPr lang="en-US"/>
          </a:p>
        </p:txBody>
      </p:sp>
    </p:spTree>
    <p:extLst>
      <p:ext uri="{BB962C8B-B14F-4D97-AF65-F5344CB8AC3E}">
        <p14:creationId xmlns:p14="http://schemas.microsoft.com/office/powerpoint/2010/main" val="412563771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red flag at  Kogalla beach Sri Lanka">
            <a:extLst>
              <a:ext uri="{FF2B5EF4-FFF2-40B4-BE49-F238E27FC236}">
                <a16:creationId xmlns:a16="http://schemas.microsoft.com/office/drawing/2014/main" id="{2830DA8B-1D4B-481A-BE00-3BBE14826670}"/>
              </a:ext>
            </a:extLst>
          </p:cNvPr>
          <p:cNvPicPr>
            <a:picLocks noGrp="1" noChangeAspect="1"/>
          </p:cNvPicPr>
          <p:nvPr>
            <p:ph type="pic" sz="quarter" idx="13"/>
          </p:nvPr>
        </p:nvPicPr>
        <p:blipFill>
          <a:blip r:embed="rId3"/>
          <a:srcRect l="551" r="32999" b="-2"/>
          <a:stretch>
            <a:fillRect/>
          </a:stretch>
        </p:blipFill>
        <p:spPr>
          <a:xfrm>
            <a:off x="20" y="1"/>
            <a:ext cx="4800580" cy="4822372"/>
          </a:xfrm>
        </p:spPr>
      </p:pic>
      <p:sp>
        <p:nvSpPr>
          <p:cNvPr id="2" name="Title 1">
            <a:extLst>
              <a:ext uri="{FF2B5EF4-FFF2-40B4-BE49-F238E27FC236}">
                <a16:creationId xmlns:a16="http://schemas.microsoft.com/office/drawing/2014/main" id="{6F1A4282-CCEA-0748-28FD-5B94152F5314}"/>
              </a:ext>
            </a:extLst>
          </p:cNvPr>
          <p:cNvSpPr>
            <a:spLocks noGrp="1"/>
          </p:cNvSpPr>
          <p:nvPr>
            <p:ph type="title"/>
          </p:nvPr>
        </p:nvSpPr>
        <p:spPr>
          <a:xfrm>
            <a:off x="1002085" y="4374100"/>
            <a:ext cx="3897905" cy="1380814"/>
          </a:xfrm>
        </p:spPr>
        <p:txBody>
          <a:bodyPr anchor="t">
            <a:normAutofit/>
          </a:bodyPr>
          <a:lstStyle/>
          <a:p>
            <a:r>
              <a:rPr lang="en-US"/>
              <a:t>Live Demonstration Workflow</a:t>
            </a:r>
          </a:p>
        </p:txBody>
      </p:sp>
      <p:sp>
        <p:nvSpPr>
          <p:cNvPr id="4" name="Content Placeholder 3">
            <a:extLst>
              <a:ext uri="{FF2B5EF4-FFF2-40B4-BE49-F238E27FC236}">
                <a16:creationId xmlns:a16="http://schemas.microsoft.com/office/drawing/2014/main" id="{BA3DDE30-235B-246A-908C-79333D297BC0}"/>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389516" y="685800"/>
            <a:ext cx="5430884" cy="5204983"/>
          </a:xfrm>
        </p:spPr>
        <p:txBody>
          <a:bodyPr>
            <a:normAutofit/>
          </a:bodyPr>
          <a:lstStyle/>
          <a:p>
            <a:pPr marL="0" lvl="0" indent="0">
              <a:spcBef>
                <a:spcPts val="2500"/>
              </a:spcBef>
              <a:buFont typeface="Arial" panose="020B0604020202020204" pitchFamily="34" charset="0"/>
              <a:buNone/>
            </a:pPr>
            <a:r>
              <a:rPr lang="en-US" b="1"/>
              <a:t>Feature Toggle Demonstration</a:t>
            </a:r>
          </a:p>
          <a:p>
            <a:pPr marL="0" lvl="1" indent="0">
              <a:buFont typeface="Arial" panose="020B0604020202020204" pitchFamily="34" charset="0"/>
              <a:buNone/>
            </a:pPr>
            <a:r>
              <a:rPr lang="en-US"/>
              <a:t>Showcases disabling and enabling features live without restarting or redeploying the application.</a:t>
            </a:r>
          </a:p>
          <a:p>
            <a:pPr marL="0" lvl="0" indent="0">
              <a:spcBef>
                <a:spcPts val="2500"/>
              </a:spcBef>
              <a:buFont typeface="Arial" panose="020B0604020202020204" pitchFamily="34" charset="0"/>
              <a:buNone/>
            </a:pPr>
            <a:r>
              <a:rPr lang="en-US" b="1"/>
              <a:t>Gradual Rollout Scenario</a:t>
            </a:r>
          </a:p>
          <a:p>
            <a:pPr marL="0" lvl="1" indent="0">
              <a:buFont typeface="Arial" panose="020B0604020202020204" pitchFamily="34" charset="0"/>
              <a:buNone/>
            </a:pPr>
            <a:r>
              <a:rPr lang="en-US"/>
              <a:t>Illustrates enabling features for a percentage of users to manage gradual exposure and risk.</a:t>
            </a:r>
          </a:p>
          <a:p>
            <a:pPr marL="0" lvl="0" indent="0">
              <a:spcBef>
                <a:spcPts val="2500"/>
              </a:spcBef>
              <a:buFont typeface="Arial" panose="020B0604020202020204" pitchFamily="34" charset="0"/>
              <a:buNone/>
            </a:pPr>
            <a:r>
              <a:rPr lang="en-US" b="1"/>
              <a:t>Simulated Rollback Using Kill Switch</a:t>
            </a:r>
          </a:p>
          <a:p>
            <a:pPr marL="0" lvl="1" indent="0">
              <a:buFont typeface="Arial" panose="020B0604020202020204" pitchFamily="34" charset="0"/>
              <a:buNone/>
            </a:pPr>
            <a:r>
              <a:rPr lang="en-US"/>
              <a:t>Demonstrates quickly disabling features in production to control feature exposure and mitigate issues.</a:t>
            </a:r>
          </a:p>
          <a:p>
            <a:pPr marL="0" lvl="0" indent="0">
              <a:spcBef>
                <a:spcPts val="2500"/>
              </a:spcBef>
              <a:buFont typeface="Arial" panose="020B0604020202020204" pitchFamily="34" charset="0"/>
              <a:buNone/>
            </a:pPr>
            <a:r>
              <a:rPr lang="en-US" b="1"/>
              <a:t>Telemetry and Usage Insights</a:t>
            </a:r>
          </a:p>
          <a:p>
            <a:pPr marL="0" lvl="1" indent="0">
              <a:buFont typeface="Arial" panose="020B0604020202020204" pitchFamily="34" charset="0"/>
              <a:buNone/>
            </a:pPr>
            <a:r>
              <a:rPr lang="en-US"/>
              <a:t>Captures and analyzes feature usage data to provide performance insights and user behavior.</a:t>
            </a:r>
          </a:p>
        </p:txBody>
      </p:sp>
      <p:sp>
        <p:nvSpPr>
          <p:cNvPr id="5" name="Footer Placeholder 4">
            <a:extLst>
              <a:ext uri="{FF2B5EF4-FFF2-40B4-BE49-F238E27FC236}">
                <a16:creationId xmlns:a16="http://schemas.microsoft.com/office/drawing/2014/main" id="{E2A741CF-7138-657D-1CD3-20C7C5A2C382}"/>
              </a:ext>
            </a:extLst>
          </p:cNvPr>
          <p:cNvSpPr>
            <a:spLocks noGrp="1"/>
          </p:cNvSpPr>
          <p:nvPr>
            <p:ph type="ftr" sz="quarter" idx="11"/>
          </p:nvPr>
        </p:nvSpPr>
        <p:spPr>
          <a:xfrm>
            <a:off x="602974" y="6029867"/>
            <a:ext cx="1911096" cy="365126"/>
          </a:xfrm>
        </p:spPr>
        <p:txBody>
          <a:bodyPr anchor="ctr">
            <a:normAutofit/>
          </a:bodyPr>
          <a:lstStyle/>
          <a:p>
            <a:pPr>
              <a:spcAft>
                <a:spcPts val="600"/>
              </a:spcAft>
            </a:pPr>
            <a:r>
              <a:rPr lang="en-US"/>
              <a:t>Sample Footer Text</a:t>
            </a:r>
          </a:p>
        </p:txBody>
      </p:sp>
      <p:sp>
        <p:nvSpPr>
          <p:cNvPr id="6" name="Date Placeholder 5">
            <a:extLst>
              <a:ext uri="{FF2B5EF4-FFF2-40B4-BE49-F238E27FC236}">
                <a16:creationId xmlns:a16="http://schemas.microsoft.com/office/drawing/2014/main" id="{DF7051BD-CB7F-C0C6-3DDD-3408B4B4B779}"/>
              </a:ext>
            </a:extLst>
          </p:cNvPr>
          <p:cNvSpPr>
            <a:spLocks noGrp="1"/>
          </p:cNvSpPr>
          <p:nvPr>
            <p:ph type="dt" sz="half" idx="10"/>
          </p:nvPr>
        </p:nvSpPr>
        <p:spPr>
          <a:xfrm>
            <a:off x="10058400" y="6029868"/>
            <a:ext cx="1179576" cy="365125"/>
          </a:xfrm>
        </p:spPr>
        <p:txBody>
          <a:bodyPr anchor="ctr">
            <a:normAutofit/>
          </a:bodyPr>
          <a:lstStyle/>
          <a:p>
            <a:pPr>
              <a:spcAft>
                <a:spcPts val="600"/>
              </a:spcAft>
            </a:pPr>
            <a:fld id="{B3C0EDEC-0890-4E6D-9DE0-ECAF543851A7}" type="datetime1">
              <a:rPr lang="en-US" smtClean="0"/>
              <a:pPr>
                <a:spcAft>
                  <a:spcPts val="600"/>
                </a:spcAft>
              </a:pPr>
              <a:t>6/18/2026</a:t>
            </a:fld>
            <a:endParaRPr lang="en-US"/>
          </a:p>
        </p:txBody>
      </p:sp>
      <p:sp>
        <p:nvSpPr>
          <p:cNvPr id="7" name="Slide Number Placeholder 6">
            <a:extLst>
              <a:ext uri="{FF2B5EF4-FFF2-40B4-BE49-F238E27FC236}">
                <a16:creationId xmlns:a16="http://schemas.microsoft.com/office/drawing/2014/main" id="{AA89BCB1-6E9A-5186-1985-727D4EE68C5C}"/>
              </a:ext>
            </a:extLst>
          </p:cNvPr>
          <p:cNvSpPr>
            <a:spLocks noGrp="1"/>
          </p:cNvSpPr>
          <p:nvPr>
            <p:ph type="sldNum" sz="quarter" idx="12"/>
          </p:nvPr>
        </p:nvSpPr>
        <p:spPr>
          <a:xfrm>
            <a:off x="11233434" y="6029868"/>
            <a:ext cx="429372" cy="365125"/>
          </a:xfrm>
        </p:spPr>
        <p:txBody>
          <a:bodyPr anchor="ctr">
            <a:normAutofit/>
          </a:bodyPr>
          <a:lstStyle/>
          <a:p>
            <a:pPr>
              <a:spcAft>
                <a:spcPts val="600"/>
              </a:spcAft>
            </a:pPr>
            <a:fld id="{27F8DDA4-3B80-4E8A-A8F5-521F73BF9127}" type="slidenum">
              <a:rPr lang="en-US" smtClean="0"/>
              <a:pPr>
                <a:spcAft>
                  <a:spcPts val="600"/>
                </a:spcAft>
              </a:pPr>
              <a:t>12</a:t>
            </a:fld>
            <a:endParaRPr lang="en-US"/>
          </a:p>
        </p:txBody>
      </p:sp>
    </p:spTree>
    <p:extLst>
      <p:ext uri="{BB962C8B-B14F-4D97-AF65-F5344CB8AC3E}">
        <p14:creationId xmlns:p14="http://schemas.microsoft.com/office/powerpoint/2010/main" val="194390233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A computer interface concept, monitoring a server room with network security and cloud computing.">
            <a:extLst>
              <a:ext uri="{FF2B5EF4-FFF2-40B4-BE49-F238E27FC236}">
                <a16:creationId xmlns:a16="http://schemas.microsoft.com/office/drawing/2014/main" id="{5E691790-EE10-4AF2-AE31-E4A093D14F7B}"/>
              </a:ext>
            </a:extLst>
          </p:cNvPr>
          <p:cNvPicPr>
            <a:picLocks noGrp="1" noChangeAspect="1"/>
          </p:cNvPicPr>
          <p:nvPr>
            <p:ph type="pic" sz="quarter" idx="13"/>
          </p:nvPr>
        </p:nvPicPr>
        <p:blipFill>
          <a:blip r:embed="rId3"/>
          <a:stretch/>
        </p:blipFill>
        <p:spPr>
          <a:xfrm>
            <a:off x="0" y="1061018"/>
            <a:ext cx="4800600" cy="2700337"/>
          </a:xfrm>
        </p:spPr>
      </p:pic>
      <p:sp>
        <p:nvSpPr>
          <p:cNvPr id="2" name="Title 1">
            <a:extLst>
              <a:ext uri="{FF2B5EF4-FFF2-40B4-BE49-F238E27FC236}">
                <a16:creationId xmlns:a16="http://schemas.microsoft.com/office/drawing/2014/main" id="{BF4087AD-9CC5-81EC-8879-3942F40FE23F}"/>
              </a:ext>
            </a:extLst>
          </p:cNvPr>
          <p:cNvSpPr>
            <a:spLocks noGrp="1"/>
          </p:cNvSpPr>
          <p:nvPr>
            <p:ph type="title"/>
          </p:nvPr>
        </p:nvSpPr>
        <p:spPr>
          <a:xfrm>
            <a:off x="1002085" y="4374100"/>
            <a:ext cx="3897905" cy="1380814"/>
          </a:xfrm>
        </p:spPr>
        <p:txBody>
          <a:bodyPr anchor="t">
            <a:normAutofit/>
          </a:bodyPr>
          <a:lstStyle/>
          <a:p>
            <a:r>
              <a:rPr lang="en-US"/>
              <a:t>Key Takeaways</a:t>
            </a:r>
          </a:p>
        </p:txBody>
      </p:sp>
      <p:sp>
        <p:nvSpPr>
          <p:cNvPr id="4" name="Content Placeholder 3">
            <a:extLst>
              <a:ext uri="{FF2B5EF4-FFF2-40B4-BE49-F238E27FC236}">
                <a16:creationId xmlns:a16="http://schemas.microsoft.com/office/drawing/2014/main" id="{D468B058-176C-5405-1D44-27A17ED20D35}"/>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389516" y="685800"/>
            <a:ext cx="5430884" cy="5204983"/>
          </a:xfrm>
        </p:spPr>
        <p:txBody>
          <a:bodyPr>
            <a:normAutofit/>
          </a:bodyPr>
          <a:lstStyle/>
          <a:p>
            <a:pPr marL="0" lvl="0" indent="0">
              <a:spcBef>
                <a:spcPts val="2500"/>
              </a:spcBef>
              <a:buFont typeface="Arial" panose="020B0604020202020204" pitchFamily="34" charset="0"/>
              <a:buNone/>
            </a:pPr>
            <a:r>
              <a:rPr lang="en-US" b="1"/>
              <a:t>Dynamic Feature Control</a:t>
            </a:r>
          </a:p>
          <a:p>
            <a:pPr marL="0" lvl="1" indent="0">
              <a:buFont typeface="Arial" panose="020B0604020202020204" pitchFamily="34" charset="0"/>
              <a:buNone/>
            </a:pPr>
            <a:r>
              <a:rPr lang="en-US"/>
              <a:t>Azure Feature Flags allow dynamic control of application behavior, enabling safe and flexible feature management.</a:t>
            </a:r>
          </a:p>
          <a:p>
            <a:pPr marL="0" lvl="0" indent="0">
              <a:spcBef>
                <a:spcPts val="2500"/>
              </a:spcBef>
              <a:buFont typeface="Arial" panose="020B0604020202020204" pitchFamily="34" charset="0"/>
              <a:buNone/>
            </a:pPr>
            <a:r>
              <a:rPr lang="en-US" b="1"/>
              <a:t>Decoupled Deployment and Release</a:t>
            </a:r>
          </a:p>
          <a:p>
            <a:pPr marL="0" lvl="1" indent="0">
              <a:buFont typeface="Arial" panose="020B0604020202020204" pitchFamily="34" charset="0"/>
              <a:buNone/>
            </a:pPr>
            <a:r>
              <a:rPr lang="en-US"/>
              <a:t>Feature flags decouple code deployment from feature release, increasing deployment confidence and control.</a:t>
            </a:r>
          </a:p>
          <a:p>
            <a:pPr marL="0" lvl="0" indent="0">
              <a:spcBef>
                <a:spcPts val="2500"/>
              </a:spcBef>
              <a:buFont typeface="Arial" panose="020B0604020202020204" pitchFamily="34" charset="0"/>
              <a:buNone/>
            </a:pPr>
            <a:r>
              <a:rPr lang="en-US" b="1"/>
              <a:t>Centralized Configuration Management</a:t>
            </a:r>
          </a:p>
          <a:p>
            <a:pPr marL="0" lvl="1" indent="0">
              <a:buFont typeface="Arial" panose="020B0604020202020204" pitchFamily="34" charset="0"/>
              <a:buNone/>
            </a:pPr>
            <a:r>
              <a:rPr lang="en-US"/>
              <a:t>Azure App Configuration centralizes management of configurations and feature flags across multiple environments.</a:t>
            </a:r>
          </a:p>
          <a:p>
            <a:pPr marL="0" lvl="0" indent="0">
              <a:spcBef>
                <a:spcPts val="2500"/>
              </a:spcBef>
              <a:buFont typeface="Arial" panose="020B0604020202020204" pitchFamily="34" charset="0"/>
              <a:buNone/>
            </a:pPr>
            <a:r>
              <a:rPr lang="en-US" b="1"/>
              <a:t>Best Practices and Benefits</a:t>
            </a:r>
          </a:p>
          <a:p>
            <a:pPr marL="0" lvl="1" indent="0">
              <a:buFont typeface="Arial" panose="020B0604020202020204" pitchFamily="34" charset="0"/>
              <a:buNone/>
            </a:pPr>
            <a:r>
              <a:rPr lang="en-US"/>
              <a:t>Implement best practices like short-lived flags and telemetry to improve agility, reduce risk, and enhance user experience.</a:t>
            </a:r>
          </a:p>
        </p:txBody>
      </p:sp>
      <p:sp>
        <p:nvSpPr>
          <p:cNvPr id="5" name="Footer Placeholder 4">
            <a:extLst>
              <a:ext uri="{FF2B5EF4-FFF2-40B4-BE49-F238E27FC236}">
                <a16:creationId xmlns:a16="http://schemas.microsoft.com/office/drawing/2014/main" id="{108E65A8-093F-29D8-8FB2-757AC470595A}"/>
              </a:ext>
            </a:extLst>
          </p:cNvPr>
          <p:cNvSpPr>
            <a:spLocks noGrp="1"/>
          </p:cNvSpPr>
          <p:nvPr>
            <p:ph type="ftr" sz="quarter" idx="11"/>
          </p:nvPr>
        </p:nvSpPr>
        <p:spPr>
          <a:xfrm>
            <a:off x="602974" y="6029867"/>
            <a:ext cx="1911096" cy="365126"/>
          </a:xfrm>
        </p:spPr>
        <p:txBody>
          <a:bodyPr anchor="ctr">
            <a:normAutofit/>
          </a:bodyPr>
          <a:lstStyle/>
          <a:p>
            <a:pPr>
              <a:spcAft>
                <a:spcPts val="600"/>
              </a:spcAft>
            </a:pPr>
            <a:r>
              <a:rPr lang="en-US"/>
              <a:t>Sample Footer Text</a:t>
            </a:r>
          </a:p>
        </p:txBody>
      </p:sp>
      <p:sp>
        <p:nvSpPr>
          <p:cNvPr id="6" name="Date Placeholder 5">
            <a:extLst>
              <a:ext uri="{FF2B5EF4-FFF2-40B4-BE49-F238E27FC236}">
                <a16:creationId xmlns:a16="http://schemas.microsoft.com/office/drawing/2014/main" id="{88F44A96-13DD-384C-D941-5CB064C2F3E2}"/>
              </a:ext>
            </a:extLst>
          </p:cNvPr>
          <p:cNvSpPr>
            <a:spLocks noGrp="1"/>
          </p:cNvSpPr>
          <p:nvPr>
            <p:ph type="dt" sz="half" idx="10"/>
          </p:nvPr>
        </p:nvSpPr>
        <p:spPr>
          <a:xfrm>
            <a:off x="10058400" y="6029868"/>
            <a:ext cx="1179576" cy="365125"/>
          </a:xfrm>
        </p:spPr>
        <p:txBody>
          <a:bodyPr anchor="ctr">
            <a:normAutofit/>
          </a:bodyPr>
          <a:lstStyle/>
          <a:p>
            <a:pPr>
              <a:spcAft>
                <a:spcPts val="600"/>
              </a:spcAft>
            </a:pPr>
            <a:fld id="{B3C0EDEC-0890-4E6D-9DE0-ECAF543851A7}" type="datetime1">
              <a:rPr lang="en-US" smtClean="0"/>
              <a:pPr>
                <a:spcAft>
                  <a:spcPts val="600"/>
                </a:spcAft>
              </a:pPr>
              <a:t>6/18/2026</a:t>
            </a:fld>
            <a:endParaRPr lang="en-US"/>
          </a:p>
        </p:txBody>
      </p:sp>
      <p:sp>
        <p:nvSpPr>
          <p:cNvPr id="7" name="Slide Number Placeholder 6">
            <a:extLst>
              <a:ext uri="{FF2B5EF4-FFF2-40B4-BE49-F238E27FC236}">
                <a16:creationId xmlns:a16="http://schemas.microsoft.com/office/drawing/2014/main" id="{B173518C-4DF3-423D-F6A4-CCD13192E767}"/>
              </a:ext>
            </a:extLst>
          </p:cNvPr>
          <p:cNvSpPr>
            <a:spLocks noGrp="1"/>
          </p:cNvSpPr>
          <p:nvPr>
            <p:ph type="sldNum" sz="quarter" idx="12"/>
          </p:nvPr>
        </p:nvSpPr>
        <p:spPr>
          <a:xfrm>
            <a:off x="11233434" y="6029868"/>
            <a:ext cx="429372" cy="365125"/>
          </a:xfrm>
        </p:spPr>
        <p:txBody>
          <a:bodyPr anchor="ctr">
            <a:normAutofit/>
          </a:bodyPr>
          <a:lstStyle/>
          <a:p>
            <a:pPr>
              <a:spcAft>
                <a:spcPts val="600"/>
              </a:spcAft>
            </a:pPr>
            <a:fld id="{27F8DDA4-3B80-4E8A-A8F5-521F73BF9127}" type="slidenum">
              <a:rPr lang="en-US" smtClean="0"/>
              <a:pPr>
                <a:spcAft>
                  <a:spcPts val="600"/>
                </a:spcAft>
              </a:pPr>
              <a:t>13</a:t>
            </a:fld>
            <a:endParaRPr lang="en-US"/>
          </a:p>
        </p:txBody>
      </p:sp>
    </p:spTree>
    <p:extLst>
      <p:ext uri="{BB962C8B-B14F-4D97-AF65-F5344CB8AC3E}">
        <p14:creationId xmlns:p14="http://schemas.microsoft.com/office/powerpoint/2010/main" val="420849333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Orange experience">
  <a:themeElements>
    <a:clrScheme name="Orange Experience">
      <a:dk1>
        <a:srgbClr val="131313"/>
      </a:dk1>
      <a:lt1>
        <a:sysClr val="window" lastClr="FFFFFF"/>
      </a:lt1>
      <a:dk2>
        <a:srgbClr val="444742"/>
      </a:dk2>
      <a:lt2>
        <a:srgbClr val="EDECE9"/>
      </a:lt2>
      <a:accent1>
        <a:srgbClr val="ED6845"/>
      </a:accent1>
      <a:accent2>
        <a:srgbClr val="F48A56"/>
      </a:accent2>
      <a:accent3>
        <a:srgbClr val="9FA295"/>
      </a:accent3>
      <a:accent4>
        <a:srgbClr val="5B6E74"/>
      </a:accent4>
      <a:accent5>
        <a:srgbClr val="6E7868"/>
      </a:accent5>
      <a:accent6>
        <a:srgbClr val="A1AAAA"/>
      </a:accent6>
      <a:hlink>
        <a:srgbClr val="F05814"/>
      </a:hlink>
      <a:folHlink>
        <a:srgbClr val="E99401"/>
      </a:folHlink>
    </a:clrScheme>
    <a:fontScheme name="Custom 40">
      <a:majorFont>
        <a:latin typeface="Oswald SemiBold"/>
        <a:ea typeface=""/>
        <a:cs typeface=""/>
      </a:majorFont>
      <a:minorFont>
        <a:latin typeface="Univers Condensed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rangeExperience" id="{F3C6FDEA-AE41-472D-8E81-2DA7CC66D099}" vid="{5D82712B-855B-4627-96FB-F7C927B9DD9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77</TotalTime>
  <Words>2972</Words>
  <Application>Microsoft Office PowerPoint</Application>
  <PresentationFormat>Widescreen</PresentationFormat>
  <Paragraphs>151</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Oswald SemiBold</vt:lpstr>
      <vt:lpstr>Univers Condensed Light</vt:lpstr>
      <vt:lpstr>Orange experience</vt:lpstr>
      <vt:lpstr>Azure Feature Flags Presentation</vt:lpstr>
      <vt:lpstr>Azure Feature Flags Overview</vt:lpstr>
      <vt:lpstr>Goals of the Session</vt:lpstr>
      <vt:lpstr>Feature Flag Concepts</vt:lpstr>
      <vt:lpstr>Core Concepts and Benefits</vt:lpstr>
      <vt:lpstr>Azure App Configuration Integration</vt:lpstr>
      <vt:lpstr>Common Usage Patterns</vt:lpstr>
      <vt:lpstr>Implementing Feature Flags in .NET</vt:lpstr>
      <vt:lpstr>Best Practices</vt:lpstr>
      <vt:lpstr>Design and Operational Guidance</vt:lpstr>
      <vt:lpstr>Demo and Practical Application</vt:lpstr>
      <vt:lpstr>Live Demonstration Workflow</vt:lpstr>
      <vt:lpstr>Key Takeaways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v-kgailloynd@microsoft.com</dc:creator>
  <cp:lastModifiedBy>Kerry Loynd (Apex Systems  LLC)</cp:lastModifiedBy>
  <cp:revision>1</cp:revision>
  <dcterms:modified xsi:type="dcterms:W3CDTF">2026-06-18T19:42:34Z</dcterms:modified>
</cp:coreProperties>
</file>